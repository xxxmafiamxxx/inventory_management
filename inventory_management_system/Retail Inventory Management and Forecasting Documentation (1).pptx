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07" r:id="rId1"/>
  </p:sldMasterIdLst>
  <p:notesMasterIdLst>
    <p:notesMasterId r:id="rId42"/>
  </p:notesMasterIdLst>
  <p:sldIdLst>
    <p:sldId id="256" r:id="rId2"/>
    <p:sldId id="308" r:id="rId3"/>
    <p:sldId id="309" r:id="rId4"/>
    <p:sldId id="271" r:id="rId5"/>
    <p:sldId id="311" r:id="rId6"/>
    <p:sldId id="258" r:id="rId7"/>
    <p:sldId id="312" r:id="rId8"/>
    <p:sldId id="259" r:id="rId9"/>
    <p:sldId id="262" r:id="rId10"/>
    <p:sldId id="315" r:id="rId11"/>
    <p:sldId id="316" r:id="rId12"/>
    <p:sldId id="313" r:id="rId13"/>
    <p:sldId id="334" r:id="rId14"/>
    <p:sldId id="264" r:id="rId15"/>
    <p:sldId id="335" r:id="rId16"/>
    <p:sldId id="320" r:id="rId17"/>
    <p:sldId id="329" r:id="rId18"/>
    <p:sldId id="330" r:id="rId19"/>
    <p:sldId id="331" r:id="rId20"/>
    <p:sldId id="332" r:id="rId21"/>
    <p:sldId id="333" r:id="rId22"/>
    <p:sldId id="336" r:id="rId23"/>
    <p:sldId id="257" r:id="rId24"/>
    <p:sldId id="324" r:id="rId25"/>
    <p:sldId id="337" r:id="rId26"/>
    <p:sldId id="263" r:id="rId27"/>
    <p:sldId id="327" r:id="rId28"/>
    <p:sldId id="338" r:id="rId29"/>
    <p:sldId id="339" r:id="rId30"/>
    <p:sldId id="340" r:id="rId31"/>
    <p:sldId id="341" r:id="rId32"/>
    <p:sldId id="342" r:id="rId33"/>
    <p:sldId id="343" r:id="rId34"/>
    <p:sldId id="344" r:id="rId35"/>
    <p:sldId id="345" r:id="rId36"/>
    <p:sldId id="346" r:id="rId37"/>
    <p:sldId id="347" r:id="rId38"/>
    <p:sldId id="348" r:id="rId39"/>
    <p:sldId id="349" r:id="rId40"/>
    <p:sldId id="350" r:id="rId4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Calibri Light" panose="020F0302020204030204" pitchFamily="34" charset="0"/>
      <p:regular r:id="rId47"/>
      <p:italic r:id="rId48"/>
    </p:embeddedFont>
    <p:embeddedFont>
      <p:font typeface="Anton" panose="020B0604020202020204" charset="0"/>
      <p:regular r:id="rId49"/>
    </p:embeddedFont>
    <p:embeddedFont>
      <p:font typeface="Bebas Neue" panose="020B0604020202020204" charset="0"/>
      <p:regular r:id="rId50"/>
    </p:embeddedFont>
    <p:embeddedFont>
      <p:font typeface="Play" panose="020B0604020202020204" charset="0"/>
      <p:regular r:id="rId51"/>
      <p:bold r:id="rId5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09EDF4-1FF1-4C49-B017-A3974A66D4F7}">
  <a:tblStyle styleId="{9109EDF4-1FF1-4C49-B017-A3974A66D4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3C249B5-003F-4A17-B684-CE4671B080D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E9DB40-C42B-4C05-A740-BCA09C001801}" type="doc">
      <dgm:prSet loTypeId="urn:microsoft.com/office/officeart/2005/8/layout/process5" loCatId="process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5E91ED2-2212-4EC7-8B71-05E1EC33A65B}">
      <dgm:prSet phldrT="[Text]"/>
      <dgm:spPr/>
      <dgm:t>
        <a:bodyPr/>
        <a:lstStyle/>
        <a:p>
          <a:r>
            <a:rPr lang="en-US" smtClean="0"/>
            <a:t>Django Web App</a:t>
          </a:r>
          <a:endParaRPr lang="en-US" dirty="0"/>
        </a:p>
      </dgm:t>
    </dgm:pt>
    <dgm:pt modelId="{1027CD6B-1FD9-4EC6-89B0-5C5574C36599}" type="parTrans" cxnId="{2A771461-75FE-4250-BF2F-C02F0E86A817}">
      <dgm:prSet/>
      <dgm:spPr/>
      <dgm:t>
        <a:bodyPr/>
        <a:lstStyle/>
        <a:p>
          <a:endParaRPr lang="en-US"/>
        </a:p>
      </dgm:t>
    </dgm:pt>
    <dgm:pt modelId="{F0A140C5-A74F-4125-95A5-6A88F6D49E52}" type="sibTrans" cxnId="{2A771461-75FE-4250-BF2F-C02F0E86A817}">
      <dgm:prSet/>
      <dgm:spPr/>
      <dgm:t>
        <a:bodyPr/>
        <a:lstStyle/>
        <a:p>
          <a:endParaRPr lang="en-US"/>
        </a:p>
      </dgm:t>
    </dgm:pt>
    <dgm:pt modelId="{D3A737C5-AC7F-447D-8D72-DB02B7B06329}">
      <dgm:prSet phldrT="[Text]"/>
      <dgm:spPr/>
      <dgm:t>
        <a:bodyPr/>
        <a:lstStyle/>
        <a:p>
          <a:r>
            <a:rPr lang="en-US" smtClean="0"/>
            <a:t>SQL Server Database</a:t>
          </a:r>
          <a:endParaRPr lang="en-US" dirty="0"/>
        </a:p>
      </dgm:t>
    </dgm:pt>
    <dgm:pt modelId="{F41423B6-902A-4BFA-82E3-79925CA7D2AB}" type="parTrans" cxnId="{0A24C241-209D-4866-A7E7-FC2222D0ADC4}">
      <dgm:prSet/>
      <dgm:spPr/>
      <dgm:t>
        <a:bodyPr/>
        <a:lstStyle/>
        <a:p>
          <a:endParaRPr lang="en-US"/>
        </a:p>
      </dgm:t>
    </dgm:pt>
    <dgm:pt modelId="{9B4346FF-BE86-41D4-937C-5504777EC404}" type="sibTrans" cxnId="{0A24C241-209D-4866-A7E7-FC2222D0ADC4}">
      <dgm:prSet/>
      <dgm:spPr/>
      <dgm:t>
        <a:bodyPr/>
        <a:lstStyle/>
        <a:p>
          <a:endParaRPr lang="en-US"/>
        </a:p>
      </dgm:t>
    </dgm:pt>
    <dgm:pt modelId="{82E32F94-B718-4D22-AC9F-4541F17D2D95}">
      <dgm:prSet phldrT="[Text]"/>
      <dgm:spPr/>
      <dgm:t>
        <a:bodyPr/>
        <a:lstStyle/>
        <a:p>
          <a:r>
            <a:rPr lang="en-US" smtClean="0"/>
            <a:t>Populate Database</a:t>
          </a:r>
          <a:endParaRPr lang="en-US" dirty="0"/>
        </a:p>
      </dgm:t>
    </dgm:pt>
    <dgm:pt modelId="{384A73B5-81FD-4C12-906F-76DB333D60FF}" type="parTrans" cxnId="{F1BA55CC-90D4-4F84-8024-FA30BCCA37AC}">
      <dgm:prSet/>
      <dgm:spPr/>
      <dgm:t>
        <a:bodyPr/>
        <a:lstStyle/>
        <a:p>
          <a:endParaRPr lang="en-US"/>
        </a:p>
      </dgm:t>
    </dgm:pt>
    <dgm:pt modelId="{59CF5A6B-CE3A-4444-9054-DAEC1563944D}" type="sibTrans" cxnId="{F1BA55CC-90D4-4F84-8024-FA30BCCA37AC}">
      <dgm:prSet/>
      <dgm:spPr/>
      <dgm:t>
        <a:bodyPr/>
        <a:lstStyle/>
        <a:p>
          <a:endParaRPr lang="en-US"/>
        </a:p>
      </dgm:t>
    </dgm:pt>
    <dgm:pt modelId="{DBEF76B6-DEB1-4EEB-AA2F-064ADBD12E4E}">
      <dgm:prSet phldrT="[Text]"/>
      <dgm:spPr/>
      <dgm:t>
        <a:bodyPr/>
        <a:lstStyle/>
        <a:p>
          <a:r>
            <a:rPr lang="en-US" smtClean="0"/>
            <a:t>Deployment (Azure Services)</a:t>
          </a:r>
          <a:endParaRPr lang="en-US" dirty="0"/>
        </a:p>
      </dgm:t>
    </dgm:pt>
    <dgm:pt modelId="{09130979-68E2-47D7-B109-578C52E67387}" type="parTrans" cxnId="{B031791D-8BBC-4216-905C-DEA0E019803D}">
      <dgm:prSet/>
      <dgm:spPr/>
      <dgm:t>
        <a:bodyPr/>
        <a:lstStyle/>
        <a:p>
          <a:endParaRPr lang="en-US"/>
        </a:p>
      </dgm:t>
    </dgm:pt>
    <dgm:pt modelId="{9E6C60E6-2709-44CE-811C-40DEA3E9D565}" type="sibTrans" cxnId="{B031791D-8BBC-4216-905C-DEA0E019803D}">
      <dgm:prSet/>
      <dgm:spPr/>
      <dgm:t>
        <a:bodyPr/>
        <a:lstStyle/>
        <a:p>
          <a:endParaRPr lang="en-US"/>
        </a:p>
      </dgm:t>
    </dgm:pt>
    <dgm:pt modelId="{1EC931A1-E250-49B6-A0DF-D625982049D1}">
      <dgm:prSet phldrT="[Text]"/>
      <dgm:spPr/>
      <dgm:t>
        <a:bodyPr/>
        <a:lstStyle/>
        <a:p>
          <a:r>
            <a:rPr lang="en-US" smtClean="0"/>
            <a:t>Data Warehouse</a:t>
          </a:r>
          <a:endParaRPr lang="en-US" dirty="0"/>
        </a:p>
      </dgm:t>
    </dgm:pt>
    <dgm:pt modelId="{1373827D-F8EF-4295-B699-AEB414CF0679}" type="parTrans" cxnId="{82958A69-5762-44F3-92EF-0C003F66BD80}">
      <dgm:prSet/>
      <dgm:spPr/>
      <dgm:t>
        <a:bodyPr/>
        <a:lstStyle/>
        <a:p>
          <a:endParaRPr lang="en-US"/>
        </a:p>
      </dgm:t>
    </dgm:pt>
    <dgm:pt modelId="{02D65037-200D-479C-8FB8-D02C18FE4B43}" type="sibTrans" cxnId="{82958A69-5762-44F3-92EF-0C003F66BD80}">
      <dgm:prSet/>
      <dgm:spPr/>
      <dgm:t>
        <a:bodyPr/>
        <a:lstStyle/>
        <a:p>
          <a:endParaRPr lang="en-US"/>
        </a:p>
      </dgm:t>
    </dgm:pt>
    <dgm:pt modelId="{B81506EF-9101-45B4-B3CD-4C199AF56512}">
      <dgm:prSet/>
      <dgm:spPr/>
      <dgm:t>
        <a:bodyPr/>
        <a:lstStyle/>
        <a:p>
          <a:r>
            <a:rPr lang="en-US" smtClean="0"/>
            <a:t>Reporting using Power BI</a:t>
          </a:r>
          <a:endParaRPr lang="en-US" dirty="0"/>
        </a:p>
      </dgm:t>
    </dgm:pt>
    <dgm:pt modelId="{0EDBBF45-56F9-4919-A502-82FE1A5B080F}" type="parTrans" cxnId="{424D77C6-AB25-4E10-B6BE-0252AA4E5BE3}">
      <dgm:prSet/>
      <dgm:spPr/>
      <dgm:t>
        <a:bodyPr/>
        <a:lstStyle/>
        <a:p>
          <a:endParaRPr lang="en-US"/>
        </a:p>
      </dgm:t>
    </dgm:pt>
    <dgm:pt modelId="{1B19D7EA-7B61-4C87-97E4-A7F050E11840}" type="sibTrans" cxnId="{424D77C6-AB25-4E10-B6BE-0252AA4E5BE3}">
      <dgm:prSet/>
      <dgm:spPr/>
      <dgm:t>
        <a:bodyPr/>
        <a:lstStyle/>
        <a:p>
          <a:endParaRPr lang="en-US"/>
        </a:p>
      </dgm:t>
    </dgm:pt>
    <dgm:pt modelId="{5AB202AD-9629-4F39-A7B9-D6F10994AF0C}">
      <dgm:prSet/>
      <dgm:spPr/>
      <dgm:t>
        <a:bodyPr/>
        <a:lstStyle/>
        <a:p>
          <a:r>
            <a:rPr lang="en-US" smtClean="0"/>
            <a:t>Forecasting Using Python Model</a:t>
          </a:r>
          <a:endParaRPr lang="en-US" dirty="0"/>
        </a:p>
      </dgm:t>
    </dgm:pt>
    <dgm:pt modelId="{815E6CF4-9AF1-4EB2-B628-89DE8DFFFBD0}" type="parTrans" cxnId="{E88164DC-FE81-4D94-A229-782E7582CB11}">
      <dgm:prSet/>
      <dgm:spPr/>
      <dgm:t>
        <a:bodyPr/>
        <a:lstStyle/>
        <a:p>
          <a:endParaRPr lang="en-US"/>
        </a:p>
      </dgm:t>
    </dgm:pt>
    <dgm:pt modelId="{C18DA049-8D99-4AED-B3A9-92DBA865FBC3}" type="sibTrans" cxnId="{E88164DC-FE81-4D94-A229-782E7582CB11}">
      <dgm:prSet/>
      <dgm:spPr/>
      <dgm:t>
        <a:bodyPr/>
        <a:lstStyle/>
        <a:p>
          <a:endParaRPr lang="en-US"/>
        </a:p>
      </dgm:t>
    </dgm:pt>
    <dgm:pt modelId="{78794B2A-3C33-4B9D-B320-D2E2FEEC41C4}" type="pres">
      <dgm:prSet presAssocID="{4CE9DB40-C42B-4C05-A740-BCA09C00180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4D7C7A2-D95D-4AC5-84B1-32980F4E89FC}" type="pres">
      <dgm:prSet presAssocID="{55E91ED2-2212-4EC7-8B71-05E1EC33A65B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30FEDB-5744-4520-BC06-CB16B9942921}" type="pres">
      <dgm:prSet presAssocID="{F0A140C5-A74F-4125-95A5-6A88F6D49E52}" presName="sibTrans" presStyleLbl="sibTrans2D1" presStyleIdx="0" presStyleCnt="6"/>
      <dgm:spPr/>
      <dgm:t>
        <a:bodyPr/>
        <a:lstStyle/>
        <a:p>
          <a:endParaRPr lang="en-US"/>
        </a:p>
      </dgm:t>
    </dgm:pt>
    <dgm:pt modelId="{9A032546-9C6D-48A7-8639-EEB97256AEB1}" type="pres">
      <dgm:prSet presAssocID="{F0A140C5-A74F-4125-95A5-6A88F6D49E52}" presName="connectorText" presStyleLbl="sibTrans2D1" presStyleIdx="0" presStyleCnt="6"/>
      <dgm:spPr/>
      <dgm:t>
        <a:bodyPr/>
        <a:lstStyle/>
        <a:p>
          <a:endParaRPr lang="en-US"/>
        </a:p>
      </dgm:t>
    </dgm:pt>
    <dgm:pt modelId="{FABE4BF8-6C24-4111-86F2-219F7D9416AC}" type="pres">
      <dgm:prSet presAssocID="{D3A737C5-AC7F-447D-8D72-DB02B7B06329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30FF38-CFC6-4967-85CE-A174713F1776}" type="pres">
      <dgm:prSet presAssocID="{9B4346FF-BE86-41D4-937C-5504777EC404}" presName="sibTrans" presStyleLbl="sibTrans2D1" presStyleIdx="1" presStyleCnt="6"/>
      <dgm:spPr/>
      <dgm:t>
        <a:bodyPr/>
        <a:lstStyle/>
        <a:p>
          <a:endParaRPr lang="en-US"/>
        </a:p>
      </dgm:t>
    </dgm:pt>
    <dgm:pt modelId="{734CD04A-203F-4EC7-8E36-054E3AE4D55C}" type="pres">
      <dgm:prSet presAssocID="{9B4346FF-BE86-41D4-937C-5504777EC404}" presName="connectorText" presStyleLbl="sibTrans2D1" presStyleIdx="1" presStyleCnt="6"/>
      <dgm:spPr/>
      <dgm:t>
        <a:bodyPr/>
        <a:lstStyle/>
        <a:p>
          <a:endParaRPr lang="en-US"/>
        </a:p>
      </dgm:t>
    </dgm:pt>
    <dgm:pt modelId="{CF140E37-9098-4986-A29F-5AED54E4239F}" type="pres">
      <dgm:prSet presAssocID="{82E32F94-B718-4D22-AC9F-4541F17D2D95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2D7CE6-D3B8-4F80-B7FB-9CEAE595471A}" type="pres">
      <dgm:prSet presAssocID="{59CF5A6B-CE3A-4444-9054-DAEC1563944D}" presName="sibTrans" presStyleLbl="sibTrans2D1" presStyleIdx="2" presStyleCnt="6"/>
      <dgm:spPr/>
      <dgm:t>
        <a:bodyPr/>
        <a:lstStyle/>
        <a:p>
          <a:endParaRPr lang="en-US"/>
        </a:p>
      </dgm:t>
    </dgm:pt>
    <dgm:pt modelId="{D8EA3B95-EA30-43B7-8451-121B74A59E3C}" type="pres">
      <dgm:prSet presAssocID="{59CF5A6B-CE3A-4444-9054-DAEC1563944D}" presName="connectorText" presStyleLbl="sibTrans2D1" presStyleIdx="2" presStyleCnt="6"/>
      <dgm:spPr/>
      <dgm:t>
        <a:bodyPr/>
        <a:lstStyle/>
        <a:p>
          <a:endParaRPr lang="en-US"/>
        </a:p>
      </dgm:t>
    </dgm:pt>
    <dgm:pt modelId="{9298F9EC-614C-4CFD-ABD0-D81AAB2AC9F9}" type="pres">
      <dgm:prSet presAssocID="{DBEF76B6-DEB1-4EEB-AA2F-064ADBD12E4E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55C908-D349-4E2C-9B56-DC55DAE658BF}" type="pres">
      <dgm:prSet presAssocID="{9E6C60E6-2709-44CE-811C-40DEA3E9D565}" presName="sibTrans" presStyleLbl="sibTrans2D1" presStyleIdx="3" presStyleCnt="6"/>
      <dgm:spPr/>
      <dgm:t>
        <a:bodyPr/>
        <a:lstStyle/>
        <a:p>
          <a:endParaRPr lang="en-US"/>
        </a:p>
      </dgm:t>
    </dgm:pt>
    <dgm:pt modelId="{5EACCCC7-F918-44C4-A055-8EA33F313486}" type="pres">
      <dgm:prSet presAssocID="{9E6C60E6-2709-44CE-811C-40DEA3E9D565}" presName="connectorText" presStyleLbl="sibTrans2D1" presStyleIdx="3" presStyleCnt="6"/>
      <dgm:spPr/>
      <dgm:t>
        <a:bodyPr/>
        <a:lstStyle/>
        <a:p>
          <a:endParaRPr lang="en-US"/>
        </a:p>
      </dgm:t>
    </dgm:pt>
    <dgm:pt modelId="{06BF68D1-BEEE-4618-BC3A-11A31FAC171E}" type="pres">
      <dgm:prSet presAssocID="{1EC931A1-E250-49B6-A0DF-D625982049D1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B65793-9015-4FBA-BDCC-5B9158C3A11A}" type="pres">
      <dgm:prSet presAssocID="{02D65037-200D-479C-8FB8-D02C18FE4B43}" presName="sibTrans" presStyleLbl="sibTrans2D1" presStyleIdx="4" presStyleCnt="6"/>
      <dgm:spPr/>
      <dgm:t>
        <a:bodyPr/>
        <a:lstStyle/>
        <a:p>
          <a:endParaRPr lang="en-US"/>
        </a:p>
      </dgm:t>
    </dgm:pt>
    <dgm:pt modelId="{DA9CF6DC-625D-4668-A2AC-BAB937F94A57}" type="pres">
      <dgm:prSet presAssocID="{02D65037-200D-479C-8FB8-D02C18FE4B43}" presName="connectorText" presStyleLbl="sibTrans2D1" presStyleIdx="4" presStyleCnt="6"/>
      <dgm:spPr/>
      <dgm:t>
        <a:bodyPr/>
        <a:lstStyle/>
        <a:p>
          <a:endParaRPr lang="en-US"/>
        </a:p>
      </dgm:t>
    </dgm:pt>
    <dgm:pt modelId="{2D61095A-250B-438C-9165-D873988345CB}" type="pres">
      <dgm:prSet presAssocID="{B81506EF-9101-45B4-B3CD-4C199AF56512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A38F5C-2FC1-4BDE-8B86-5FDF46F4D0C9}" type="pres">
      <dgm:prSet presAssocID="{1B19D7EA-7B61-4C87-97E4-A7F050E11840}" presName="sibTrans" presStyleLbl="sibTrans2D1" presStyleIdx="5" presStyleCnt="6"/>
      <dgm:spPr/>
      <dgm:t>
        <a:bodyPr/>
        <a:lstStyle/>
        <a:p>
          <a:endParaRPr lang="en-US"/>
        </a:p>
      </dgm:t>
    </dgm:pt>
    <dgm:pt modelId="{681C6822-CE6F-4899-BA87-D920FF40FB52}" type="pres">
      <dgm:prSet presAssocID="{1B19D7EA-7B61-4C87-97E4-A7F050E11840}" presName="connectorText" presStyleLbl="sibTrans2D1" presStyleIdx="5" presStyleCnt="6"/>
      <dgm:spPr/>
      <dgm:t>
        <a:bodyPr/>
        <a:lstStyle/>
        <a:p>
          <a:endParaRPr lang="en-US"/>
        </a:p>
      </dgm:t>
    </dgm:pt>
    <dgm:pt modelId="{3C17D74D-1C8C-4663-9272-FBFA7FE5E219}" type="pres">
      <dgm:prSet presAssocID="{5AB202AD-9629-4F39-A7B9-D6F10994AF0C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650F27C-F13B-4554-8B3F-4E563BC64763}" type="presOf" srcId="{5AB202AD-9629-4F39-A7B9-D6F10994AF0C}" destId="{3C17D74D-1C8C-4663-9272-FBFA7FE5E219}" srcOrd="0" destOrd="0" presId="urn:microsoft.com/office/officeart/2005/8/layout/process5"/>
    <dgm:cxn modelId="{424D77C6-AB25-4E10-B6BE-0252AA4E5BE3}" srcId="{4CE9DB40-C42B-4C05-A740-BCA09C001801}" destId="{B81506EF-9101-45B4-B3CD-4C199AF56512}" srcOrd="5" destOrd="0" parTransId="{0EDBBF45-56F9-4919-A502-82FE1A5B080F}" sibTransId="{1B19D7EA-7B61-4C87-97E4-A7F050E11840}"/>
    <dgm:cxn modelId="{F1BA55CC-90D4-4F84-8024-FA30BCCA37AC}" srcId="{4CE9DB40-C42B-4C05-A740-BCA09C001801}" destId="{82E32F94-B718-4D22-AC9F-4541F17D2D95}" srcOrd="2" destOrd="0" parTransId="{384A73B5-81FD-4C12-906F-76DB333D60FF}" sibTransId="{59CF5A6B-CE3A-4444-9054-DAEC1563944D}"/>
    <dgm:cxn modelId="{DA980BCF-5776-4F64-95A3-3994EC13DEAA}" type="presOf" srcId="{4CE9DB40-C42B-4C05-A740-BCA09C001801}" destId="{78794B2A-3C33-4B9D-B320-D2E2FEEC41C4}" srcOrd="0" destOrd="0" presId="urn:microsoft.com/office/officeart/2005/8/layout/process5"/>
    <dgm:cxn modelId="{0A24C241-209D-4866-A7E7-FC2222D0ADC4}" srcId="{4CE9DB40-C42B-4C05-A740-BCA09C001801}" destId="{D3A737C5-AC7F-447D-8D72-DB02B7B06329}" srcOrd="1" destOrd="0" parTransId="{F41423B6-902A-4BFA-82E3-79925CA7D2AB}" sibTransId="{9B4346FF-BE86-41D4-937C-5504777EC404}"/>
    <dgm:cxn modelId="{D715E398-2D1A-4FC2-B602-8167CD49EF3B}" type="presOf" srcId="{1B19D7EA-7B61-4C87-97E4-A7F050E11840}" destId="{681C6822-CE6F-4899-BA87-D920FF40FB52}" srcOrd="1" destOrd="0" presId="urn:microsoft.com/office/officeart/2005/8/layout/process5"/>
    <dgm:cxn modelId="{79BA6B76-12AF-4E05-B2FE-F7ED011782B9}" type="presOf" srcId="{F0A140C5-A74F-4125-95A5-6A88F6D49E52}" destId="{9A032546-9C6D-48A7-8639-EEB97256AEB1}" srcOrd="1" destOrd="0" presId="urn:microsoft.com/office/officeart/2005/8/layout/process5"/>
    <dgm:cxn modelId="{FEF350D3-0C51-4036-ABCA-560D1FACAF28}" type="presOf" srcId="{1EC931A1-E250-49B6-A0DF-D625982049D1}" destId="{06BF68D1-BEEE-4618-BC3A-11A31FAC171E}" srcOrd="0" destOrd="0" presId="urn:microsoft.com/office/officeart/2005/8/layout/process5"/>
    <dgm:cxn modelId="{EA0A3FF7-4699-4392-A174-C7D0BCBFD855}" type="presOf" srcId="{59CF5A6B-CE3A-4444-9054-DAEC1563944D}" destId="{D8EA3B95-EA30-43B7-8451-121B74A59E3C}" srcOrd="1" destOrd="0" presId="urn:microsoft.com/office/officeart/2005/8/layout/process5"/>
    <dgm:cxn modelId="{2C3DC186-A9FA-4EEF-9F1B-58BC7877AF19}" type="presOf" srcId="{1B19D7EA-7B61-4C87-97E4-A7F050E11840}" destId="{CCA38F5C-2FC1-4BDE-8B86-5FDF46F4D0C9}" srcOrd="0" destOrd="0" presId="urn:microsoft.com/office/officeart/2005/8/layout/process5"/>
    <dgm:cxn modelId="{0E715266-5B74-4450-9330-47DF51F38CF0}" type="presOf" srcId="{D3A737C5-AC7F-447D-8D72-DB02B7B06329}" destId="{FABE4BF8-6C24-4111-86F2-219F7D9416AC}" srcOrd="0" destOrd="0" presId="urn:microsoft.com/office/officeart/2005/8/layout/process5"/>
    <dgm:cxn modelId="{4CCA8706-05FE-4D68-9EEF-ED18B8F1430C}" type="presOf" srcId="{9E6C60E6-2709-44CE-811C-40DEA3E9D565}" destId="{B655C908-D349-4E2C-9B56-DC55DAE658BF}" srcOrd="0" destOrd="0" presId="urn:microsoft.com/office/officeart/2005/8/layout/process5"/>
    <dgm:cxn modelId="{60D12804-7CA2-4328-A4A0-7A49176D411C}" type="presOf" srcId="{02D65037-200D-479C-8FB8-D02C18FE4B43}" destId="{DA9CF6DC-625D-4668-A2AC-BAB937F94A57}" srcOrd="1" destOrd="0" presId="urn:microsoft.com/office/officeart/2005/8/layout/process5"/>
    <dgm:cxn modelId="{B031791D-8BBC-4216-905C-DEA0E019803D}" srcId="{4CE9DB40-C42B-4C05-A740-BCA09C001801}" destId="{DBEF76B6-DEB1-4EEB-AA2F-064ADBD12E4E}" srcOrd="3" destOrd="0" parTransId="{09130979-68E2-47D7-B109-578C52E67387}" sibTransId="{9E6C60E6-2709-44CE-811C-40DEA3E9D565}"/>
    <dgm:cxn modelId="{82958A69-5762-44F3-92EF-0C003F66BD80}" srcId="{4CE9DB40-C42B-4C05-A740-BCA09C001801}" destId="{1EC931A1-E250-49B6-A0DF-D625982049D1}" srcOrd="4" destOrd="0" parTransId="{1373827D-F8EF-4295-B699-AEB414CF0679}" sibTransId="{02D65037-200D-479C-8FB8-D02C18FE4B43}"/>
    <dgm:cxn modelId="{62E508D3-5C5E-4220-9C30-C5B9B2CC7800}" type="presOf" srcId="{DBEF76B6-DEB1-4EEB-AA2F-064ADBD12E4E}" destId="{9298F9EC-614C-4CFD-ABD0-D81AAB2AC9F9}" srcOrd="0" destOrd="0" presId="urn:microsoft.com/office/officeart/2005/8/layout/process5"/>
    <dgm:cxn modelId="{988EFE29-C6F6-4EBF-9FEF-53BDD41E8F06}" type="presOf" srcId="{59CF5A6B-CE3A-4444-9054-DAEC1563944D}" destId="{2F2D7CE6-D3B8-4F80-B7FB-9CEAE595471A}" srcOrd="0" destOrd="0" presId="urn:microsoft.com/office/officeart/2005/8/layout/process5"/>
    <dgm:cxn modelId="{E88164DC-FE81-4D94-A229-782E7582CB11}" srcId="{4CE9DB40-C42B-4C05-A740-BCA09C001801}" destId="{5AB202AD-9629-4F39-A7B9-D6F10994AF0C}" srcOrd="6" destOrd="0" parTransId="{815E6CF4-9AF1-4EB2-B628-89DE8DFFFBD0}" sibTransId="{C18DA049-8D99-4AED-B3A9-92DBA865FBC3}"/>
    <dgm:cxn modelId="{07736D05-4D49-4ED9-84E7-59B5FF9247AA}" type="presOf" srcId="{B81506EF-9101-45B4-B3CD-4C199AF56512}" destId="{2D61095A-250B-438C-9165-D873988345CB}" srcOrd="0" destOrd="0" presId="urn:microsoft.com/office/officeart/2005/8/layout/process5"/>
    <dgm:cxn modelId="{767D3733-D6C0-473C-A0AC-EC81C98103C5}" type="presOf" srcId="{9E6C60E6-2709-44CE-811C-40DEA3E9D565}" destId="{5EACCCC7-F918-44C4-A055-8EA33F313486}" srcOrd="1" destOrd="0" presId="urn:microsoft.com/office/officeart/2005/8/layout/process5"/>
    <dgm:cxn modelId="{2800FCF2-F62E-4FE7-9613-6C959B8F592B}" type="presOf" srcId="{9B4346FF-BE86-41D4-937C-5504777EC404}" destId="{734CD04A-203F-4EC7-8E36-054E3AE4D55C}" srcOrd="1" destOrd="0" presId="urn:microsoft.com/office/officeart/2005/8/layout/process5"/>
    <dgm:cxn modelId="{867EE5A3-2E6F-4AE1-B6EA-BEECED4FB354}" type="presOf" srcId="{82E32F94-B718-4D22-AC9F-4541F17D2D95}" destId="{CF140E37-9098-4986-A29F-5AED54E4239F}" srcOrd="0" destOrd="0" presId="urn:microsoft.com/office/officeart/2005/8/layout/process5"/>
    <dgm:cxn modelId="{28C8CC4F-13D8-4AF9-93CF-EEC85524E9DD}" type="presOf" srcId="{9B4346FF-BE86-41D4-937C-5504777EC404}" destId="{5630FF38-CFC6-4967-85CE-A174713F1776}" srcOrd="0" destOrd="0" presId="urn:microsoft.com/office/officeart/2005/8/layout/process5"/>
    <dgm:cxn modelId="{2A771461-75FE-4250-BF2F-C02F0E86A817}" srcId="{4CE9DB40-C42B-4C05-A740-BCA09C001801}" destId="{55E91ED2-2212-4EC7-8B71-05E1EC33A65B}" srcOrd="0" destOrd="0" parTransId="{1027CD6B-1FD9-4EC6-89B0-5C5574C36599}" sibTransId="{F0A140C5-A74F-4125-95A5-6A88F6D49E52}"/>
    <dgm:cxn modelId="{0A6CFABE-1B60-44A2-93FD-448D6590B72D}" type="presOf" srcId="{02D65037-200D-479C-8FB8-D02C18FE4B43}" destId="{39B65793-9015-4FBA-BDCC-5B9158C3A11A}" srcOrd="0" destOrd="0" presId="urn:microsoft.com/office/officeart/2005/8/layout/process5"/>
    <dgm:cxn modelId="{C9A8B11E-726E-4C95-BF4A-18FC22EB88C2}" type="presOf" srcId="{F0A140C5-A74F-4125-95A5-6A88F6D49E52}" destId="{D930FEDB-5744-4520-BC06-CB16B9942921}" srcOrd="0" destOrd="0" presId="urn:microsoft.com/office/officeart/2005/8/layout/process5"/>
    <dgm:cxn modelId="{2FBB1DDB-1021-4E75-8263-2083B9B92F93}" type="presOf" srcId="{55E91ED2-2212-4EC7-8B71-05E1EC33A65B}" destId="{E4D7C7A2-D95D-4AC5-84B1-32980F4E89FC}" srcOrd="0" destOrd="0" presId="urn:microsoft.com/office/officeart/2005/8/layout/process5"/>
    <dgm:cxn modelId="{94F58937-95F9-491E-8668-0FBCDF157421}" type="presParOf" srcId="{78794B2A-3C33-4B9D-B320-D2E2FEEC41C4}" destId="{E4D7C7A2-D95D-4AC5-84B1-32980F4E89FC}" srcOrd="0" destOrd="0" presId="urn:microsoft.com/office/officeart/2005/8/layout/process5"/>
    <dgm:cxn modelId="{9D808088-822B-4BFB-8ED9-6AD0463D5191}" type="presParOf" srcId="{78794B2A-3C33-4B9D-B320-D2E2FEEC41C4}" destId="{D930FEDB-5744-4520-BC06-CB16B9942921}" srcOrd="1" destOrd="0" presId="urn:microsoft.com/office/officeart/2005/8/layout/process5"/>
    <dgm:cxn modelId="{32F64F52-593C-43CD-A101-86459BB48723}" type="presParOf" srcId="{D930FEDB-5744-4520-BC06-CB16B9942921}" destId="{9A032546-9C6D-48A7-8639-EEB97256AEB1}" srcOrd="0" destOrd="0" presId="urn:microsoft.com/office/officeart/2005/8/layout/process5"/>
    <dgm:cxn modelId="{CC5B232B-92F1-4956-BABE-5BFB3A2F8A85}" type="presParOf" srcId="{78794B2A-3C33-4B9D-B320-D2E2FEEC41C4}" destId="{FABE4BF8-6C24-4111-86F2-219F7D9416AC}" srcOrd="2" destOrd="0" presId="urn:microsoft.com/office/officeart/2005/8/layout/process5"/>
    <dgm:cxn modelId="{D78A05C4-0FF2-48E5-BC9D-04F82344042D}" type="presParOf" srcId="{78794B2A-3C33-4B9D-B320-D2E2FEEC41C4}" destId="{5630FF38-CFC6-4967-85CE-A174713F1776}" srcOrd="3" destOrd="0" presId="urn:microsoft.com/office/officeart/2005/8/layout/process5"/>
    <dgm:cxn modelId="{70CE937A-C68A-4A2F-8260-9BC29947713D}" type="presParOf" srcId="{5630FF38-CFC6-4967-85CE-A174713F1776}" destId="{734CD04A-203F-4EC7-8E36-054E3AE4D55C}" srcOrd="0" destOrd="0" presId="urn:microsoft.com/office/officeart/2005/8/layout/process5"/>
    <dgm:cxn modelId="{7EEB724B-B504-461C-B1FE-49BAB9B39B53}" type="presParOf" srcId="{78794B2A-3C33-4B9D-B320-D2E2FEEC41C4}" destId="{CF140E37-9098-4986-A29F-5AED54E4239F}" srcOrd="4" destOrd="0" presId="urn:microsoft.com/office/officeart/2005/8/layout/process5"/>
    <dgm:cxn modelId="{DEB37FB4-F924-47CC-9A94-54C22C592B4A}" type="presParOf" srcId="{78794B2A-3C33-4B9D-B320-D2E2FEEC41C4}" destId="{2F2D7CE6-D3B8-4F80-B7FB-9CEAE595471A}" srcOrd="5" destOrd="0" presId="urn:microsoft.com/office/officeart/2005/8/layout/process5"/>
    <dgm:cxn modelId="{5606F4E9-CAD9-4DDD-A605-43EF13A18F5A}" type="presParOf" srcId="{2F2D7CE6-D3B8-4F80-B7FB-9CEAE595471A}" destId="{D8EA3B95-EA30-43B7-8451-121B74A59E3C}" srcOrd="0" destOrd="0" presId="urn:microsoft.com/office/officeart/2005/8/layout/process5"/>
    <dgm:cxn modelId="{72966FCF-590E-4632-8AAE-F4A59337FAE7}" type="presParOf" srcId="{78794B2A-3C33-4B9D-B320-D2E2FEEC41C4}" destId="{9298F9EC-614C-4CFD-ABD0-D81AAB2AC9F9}" srcOrd="6" destOrd="0" presId="urn:microsoft.com/office/officeart/2005/8/layout/process5"/>
    <dgm:cxn modelId="{ADBE8910-2AA8-4A0C-9069-907E247777F2}" type="presParOf" srcId="{78794B2A-3C33-4B9D-B320-D2E2FEEC41C4}" destId="{B655C908-D349-4E2C-9B56-DC55DAE658BF}" srcOrd="7" destOrd="0" presId="urn:microsoft.com/office/officeart/2005/8/layout/process5"/>
    <dgm:cxn modelId="{AB89203F-16A0-4E1F-AF2D-61FEE1DB8CBE}" type="presParOf" srcId="{B655C908-D349-4E2C-9B56-DC55DAE658BF}" destId="{5EACCCC7-F918-44C4-A055-8EA33F313486}" srcOrd="0" destOrd="0" presId="urn:microsoft.com/office/officeart/2005/8/layout/process5"/>
    <dgm:cxn modelId="{4FF6B69C-65E0-4FDE-B94C-8F5DB8D38CC2}" type="presParOf" srcId="{78794B2A-3C33-4B9D-B320-D2E2FEEC41C4}" destId="{06BF68D1-BEEE-4618-BC3A-11A31FAC171E}" srcOrd="8" destOrd="0" presId="urn:microsoft.com/office/officeart/2005/8/layout/process5"/>
    <dgm:cxn modelId="{2C0994C9-680B-4F01-AC0D-4B1EC6276986}" type="presParOf" srcId="{78794B2A-3C33-4B9D-B320-D2E2FEEC41C4}" destId="{39B65793-9015-4FBA-BDCC-5B9158C3A11A}" srcOrd="9" destOrd="0" presId="urn:microsoft.com/office/officeart/2005/8/layout/process5"/>
    <dgm:cxn modelId="{C48786D5-D24C-450F-B099-9A92B6883920}" type="presParOf" srcId="{39B65793-9015-4FBA-BDCC-5B9158C3A11A}" destId="{DA9CF6DC-625D-4668-A2AC-BAB937F94A57}" srcOrd="0" destOrd="0" presId="urn:microsoft.com/office/officeart/2005/8/layout/process5"/>
    <dgm:cxn modelId="{833DCB64-BD65-4B3B-BAEB-0C5619B4D8D2}" type="presParOf" srcId="{78794B2A-3C33-4B9D-B320-D2E2FEEC41C4}" destId="{2D61095A-250B-438C-9165-D873988345CB}" srcOrd="10" destOrd="0" presId="urn:microsoft.com/office/officeart/2005/8/layout/process5"/>
    <dgm:cxn modelId="{FAEB9F38-76EF-426B-8629-DC05AB947EAE}" type="presParOf" srcId="{78794B2A-3C33-4B9D-B320-D2E2FEEC41C4}" destId="{CCA38F5C-2FC1-4BDE-8B86-5FDF46F4D0C9}" srcOrd="11" destOrd="0" presId="urn:microsoft.com/office/officeart/2005/8/layout/process5"/>
    <dgm:cxn modelId="{C528D3B1-D172-4CA3-9816-DB5D2F480A25}" type="presParOf" srcId="{CCA38F5C-2FC1-4BDE-8B86-5FDF46F4D0C9}" destId="{681C6822-CE6F-4899-BA87-D920FF40FB52}" srcOrd="0" destOrd="0" presId="urn:microsoft.com/office/officeart/2005/8/layout/process5"/>
    <dgm:cxn modelId="{818F5BBB-579B-4422-B839-6398F2895B32}" type="presParOf" srcId="{78794B2A-3C33-4B9D-B320-D2E2FEEC41C4}" destId="{3C17D74D-1C8C-4663-9272-FBFA7FE5E219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D7C7A2-D95D-4AC5-84B1-32980F4E89FC}">
      <dsp:nvSpPr>
        <dsp:cNvPr id="0" name=""/>
        <dsp:cNvSpPr/>
      </dsp:nvSpPr>
      <dsp:spPr>
        <a:xfrm>
          <a:off x="78878" y="496"/>
          <a:ext cx="1562695" cy="9376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Django Web App</a:t>
          </a:r>
          <a:endParaRPr lang="en-US" sz="1700" kern="1200" dirty="0"/>
        </a:p>
      </dsp:txBody>
      <dsp:txXfrm>
        <a:off x="106340" y="27958"/>
        <a:ext cx="1507771" cy="882693"/>
      </dsp:txXfrm>
    </dsp:sp>
    <dsp:sp modelId="{D930FEDB-5744-4520-BC06-CB16B9942921}">
      <dsp:nvSpPr>
        <dsp:cNvPr id="0" name=""/>
        <dsp:cNvSpPr/>
      </dsp:nvSpPr>
      <dsp:spPr>
        <a:xfrm>
          <a:off x="1779091" y="275530"/>
          <a:ext cx="331291" cy="3875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1779091" y="353040"/>
        <a:ext cx="231904" cy="232528"/>
      </dsp:txXfrm>
    </dsp:sp>
    <dsp:sp modelId="{FABE4BF8-6C24-4111-86F2-219F7D9416AC}">
      <dsp:nvSpPr>
        <dsp:cNvPr id="0" name=""/>
        <dsp:cNvSpPr/>
      </dsp:nvSpPr>
      <dsp:spPr>
        <a:xfrm>
          <a:off x="2266652" y="496"/>
          <a:ext cx="1562695" cy="937617"/>
        </a:xfrm>
        <a:prstGeom prst="roundRect">
          <a:avLst>
            <a:gd name="adj" fmla="val 10000"/>
          </a:avLst>
        </a:prstGeom>
        <a:solidFill>
          <a:schemeClr val="accent3">
            <a:hueOff val="492371"/>
            <a:satOff val="-2356"/>
            <a:lumOff val="1307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SQL Server Database</a:t>
          </a:r>
          <a:endParaRPr lang="en-US" sz="1700" kern="1200" dirty="0"/>
        </a:p>
      </dsp:txBody>
      <dsp:txXfrm>
        <a:off x="2294114" y="27958"/>
        <a:ext cx="1507771" cy="882693"/>
      </dsp:txXfrm>
    </dsp:sp>
    <dsp:sp modelId="{5630FF38-CFC6-4967-85CE-A174713F1776}">
      <dsp:nvSpPr>
        <dsp:cNvPr id="0" name=""/>
        <dsp:cNvSpPr/>
      </dsp:nvSpPr>
      <dsp:spPr>
        <a:xfrm>
          <a:off x="3966864" y="275530"/>
          <a:ext cx="331291" cy="3875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590845"/>
            <a:satOff val="-2828"/>
            <a:lumOff val="156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3966864" y="353040"/>
        <a:ext cx="231904" cy="232528"/>
      </dsp:txXfrm>
    </dsp:sp>
    <dsp:sp modelId="{CF140E37-9098-4986-A29F-5AED54E4239F}">
      <dsp:nvSpPr>
        <dsp:cNvPr id="0" name=""/>
        <dsp:cNvSpPr/>
      </dsp:nvSpPr>
      <dsp:spPr>
        <a:xfrm>
          <a:off x="4454425" y="496"/>
          <a:ext cx="1562695" cy="937617"/>
        </a:xfrm>
        <a:prstGeom prst="roundRect">
          <a:avLst>
            <a:gd name="adj" fmla="val 10000"/>
          </a:avLst>
        </a:prstGeom>
        <a:solidFill>
          <a:schemeClr val="accent3">
            <a:hueOff val="984742"/>
            <a:satOff val="-4713"/>
            <a:lumOff val="2615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Populate Database</a:t>
          </a:r>
          <a:endParaRPr lang="en-US" sz="1700" kern="1200" dirty="0"/>
        </a:p>
      </dsp:txBody>
      <dsp:txXfrm>
        <a:off x="4481887" y="27958"/>
        <a:ext cx="1507771" cy="882693"/>
      </dsp:txXfrm>
    </dsp:sp>
    <dsp:sp modelId="{2F2D7CE6-D3B8-4F80-B7FB-9CEAE595471A}">
      <dsp:nvSpPr>
        <dsp:cNvPr id="0" name=""/>
        <dsp:cNvSpPr/>
      </dsp:nvSpPr>
      <dsp:spPr>
        <a:xfrm rot="5400000">
          <a:off x="5070127" y="1047501"/>
          <a:ext cx="331291" cy="3875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181691"/>
            <a:satOff val="-5655"/>
            <a:lumOff val="313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-5400000">
        <a:off x="5119509" y="1075630"/>
        <a:ext cx="232528" cy="231904"/>
      </dsp:txXfrm>
    </dsp:sp>
    <dsp:sp modelId="{9298F9EC-614C-4CFD-ABD0-D81AAB2AC9F9}">
      <dsp:nvSpPr>
        <dsp:cNvPr id="0" name=""/>
        <dsp:cNvSpPr/>
      </dsp:nvSpPr>
      <dsp:spPr>
        <a:xfrm>
          <a:off x="4454425" y="1563191"/>
          <a:ext cx="1562695" cy="937617"/>
        </a:xfrm>
        <a:prstGeom prst="roundRect">
          <a:avLst>
            <a:gd name="adj" fmla="val 10000"/>
          </a:avLst>
        </a:prstGeom>
        <a:solidFill>
          <a:schemeClr val="accent3">
            <a:hueOff val="1477114"/>
            <a:satOff val="-7069"/>
            <a:lumOff val="3922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Deployment (Azure Services)</a:t>
          </a:r>
          <a:endParaRPr lang="en-US" sz="1700" kern="1200" dirty="0"/>
        </a:p>
      </dsp:txBody>
      <dsp:txXfrm>
        <a:off x="4481887" y="1590653"/>
        <a:ext cx="1507771" cy="882693"/>
      </dsp:txXfrm>
    </dsp:sp>
    <dsp:sp modelId="{B655C908-D349-4E2C-9B56-DC55DAE658BF}">
      <dsp:nvSpPr>
        <dsp:cNvPr id="0" name=""/>
        <dsp:cNvSpPr/>
      </dsp:nvSpPr>
      <dsp:spPr>
        <a:xfrm rot="10800000">
          <a:off x="3985617" y="1838225"/>
          <a:ext cx="331291" cy="3875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772536"/>
            <a:satOff val="-8483"/>
            <a:lumOff val="470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10800000">
        <a:off x="4085004" y="1915735"/>
        <a:ext cx="231904" cy="232528"/>
      </dsp:txXfrm>
    </dsp:sp>
    <dsp:sp modelId="{06BF68D1-BEEE-4618-BC3A-11A31FAC171E}">
      <dsp:nvSpPr>
        <dsp:cNvPr id="0" name=""/>
        <dsp:cNvSpPr/>
      </dsp:nvSpPr>
      <dsp:spPr>
        <a:xfrm>
          <a:off x="2266652" y="1563191"/>
          <a:ext cx="1562695" cy="937617"/>
        </a:xfrm>
        <a:prstGeom prst="roundRect">
          <a:avLst>
            <a:gd name="adj" fmla="val 10000"/>
          </a:avLst>
        </a:prstGeom>
        <a:solidFill>
          <a:schemeClr val="accent3">
            <a:hueOff val="1969485"/>
            <a:satOff val="-9425"/>
            <a:lumOff val="5229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Data Warehouse</a:t>
          </a:r>
          <a:endParaRPr lang="en-US" sz="1700" kern="1200" dirty="0"/>
        </a:p>
      </dsp:txBody>
      <dsp:txXfrm>
        <a:off x="2294114" y="1590653"/>
        <a:ext cx="1507771" cy="882693"/>
      </dsp:txXfrm>
    </dsp:sp>
    <dsp:sp modelId="{39B65793-9015-4FBA-BDCC-5B9158C3A11A}">
      <dsp:nvSpPr>
        <dsp:cNvPr id="0" name=""/>
        <dsp:cNvSpPr/>
      </dsp:nvSpPr>
      <dsp:spPr>
        <a:xfrm rot="10800000">
          <a:off x="1797843" y="1838225"/>
          <a:ext cx="331291" cy="3875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363382"/>
            <a:satOff val="-11310"/>
            <a:lumOff val="627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10800000">
        <a:off x="1897230" y="1915735"/>
        <a:ext cx="231904" cy="232528"/>
      </dsp:txXfrm>
    </dsp:sp>
    <dsp:sp modelId="{2D61095A-250B-438C-9165-D873988345CB}">
      <dsp:nvSpPr>
        <dsp:cNvPr id="0" name=""/>
        <dsp:cNvSpPr/>
      </dsp:nvSpPr>
      <dsp:spPr>
        <a:xfrm>
          <a:off x="78878" y="1563191"/>
          <a:ext cx="1562695" cy="937617"/>
        </a:xfrm>
        <a:prstGeom prst="roundRect">
          <a:avLst>
            <a:gd name="adj" fmla="val 10000"/>
          </a:avLst>
        </a:prstGeom>
        <a:solidFill>
          <a:schemeClr val="accent3">
            <a:hueOff val="2461856"/>
            <a:satOff val="-11782"/>
            <a:lumOff val="6537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Reporting using Power BI</a:t>
          </a:r>
          <a:endParaRPr lang="en-US" sz="1700" kern="1200" dirty="0"/>
        </a:p>
      </dsp:txBody>
      <dsp:txXfrm>
        <a:off x="106340" y="1590653"/>
        <a:ext cx="1507771" cy="882693"/>
      </dsp:txXfrm>
    </dsp:sp>
    <dsp:sp modelId="{CCA38F5C-2FC1-4BDE-8B86-5FDF46F4D0C9}">
      <dsp:nvSpPr>
        <dsp:cNvPr id="0" name=""/>
        <dsp:cNvSpPr/>
      </dsp:nvSpPr>
      <dsp:spPr>
        <a:xfrm rot="5400000">
          <a:off x="694580" y="2610197"/>
          <a:ext cx="331291" cy="3875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954227"/>
            <a:satOff val="-14138"/>
            <a:lumOff val="784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-5400000">
        <a:off x="743962" y="2638326"/>
        <a:ext cx="232528" cy="231904"/>
      </dsp:txXfrm>
    </dsp:sp>
    <dsp:sp modelId="{3C17D74D-1C8C-4663-9272-FBFA7FE5E219}">
      <dsp:nvSpPr>
        <dsp:cNvPr id="0" name=""/>
        <dsp:cNvSpPr/>
      </dsp:nvSpPr>
      <dsp:spPr>
        <a:xfrm>
          <a:off x="78878" y="3125886"/>
          <a:ext cx="1562695" cy="937617"/>
        </a:xfrm>
        <a:prstGeom prst="roundRect">
          <a:avLst>
            <a:gd name="adj" fmla="val 10000"/>
          </a:avLst>
        </a:prstGeom>
        <a:solidFill>
          <a:schemeClr val="accent3">
            <a:hueOff val="2954227"/>
            <a:satOff val="-14138"/>
            <a:lumOff val="7844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Forecasting Using Python Model</a:t>
          </a:r>
          <a:endParaRPr lang="en-US" sz="1700" kern="1200" dirty="0"/>
        </a:p>
      </dsp:txBody>
      <dsp:txXfrm>
        <a:off x="106340" y="3153348"/>
        <a:ext cx="1507771" cy="8826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de1b5658b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1de1b5658bb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7238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de1b5658b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1de1b5658bb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1227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20f41e19245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20f41e19245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d1bf8d60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d1bf8d60a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4046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691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12fc2de9d9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12fc2de9d9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12fc2de9d9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12fc2de9d9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7167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12fc2de9d9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12fc2de9d9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4055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3562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29224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d1bf8d60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d1bf8d60a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79371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d1bf8d60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d1bf8d60a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4570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d1bf8d60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d1bf8d60a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5353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d1bf8d60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d1bf8d60a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7431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d1bf8d60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d1bf8d60a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3551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d1bf8d60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d1bf8d60a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8597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d1bf8d60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d1bf8d60a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36036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71502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d1bf8d60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d1bf8d60a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d1bf8d60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d1bf8d60a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78797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50184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23083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91227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89316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20838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25173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4193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421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25190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5588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31566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38268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3181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3036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9258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799" y="1473200"/>
            <a:ext cx="5398295" cy="1816098"/>
          </a:xfrm>
        </p:spPr>
        <p:txBody>
          <a:bodyPr anchor="b">
            <a:normAutofit/>
          </a:bodyPr>
          <a:lstStyle>
            <a:lvl1pPr algn="r">
              <a:defRPr sz="3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799" y="3289300"/>
            <a:ext cx="5398295" cy="10541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 cap="all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419" y="4402932"/>
            <a:ext cx="1200150" cy="283369"/>
          </a:xfrm>
        </p:spPr>
        <p:txBody>
          <a:bodyPr/>
          <a:lstStyle/>
          <a:p>
            <a:fld id="{ECD19FB2-3AAB-4D03-B13A-2960828C78E3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799" y="4402932"/>
            <a:ext cx="3670469" cy="28336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56719" y="4402932"/>
            <a:ext cx="413375" cy="28336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9319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9512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2481436"/>
            <a:ext cx="7598570" cy="1101600"/>
          </a:xfrm>
        </p:spPr>
        <p:txBody>
          <a:bodyPr anchor="b"/>
          <a:lstStyle>
            <a:lvl1pPr algn="l">
              <a:defRPr sz="3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3036"/>
            <a:ext cx="759857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 cap="all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20399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1" y="1606550"/>
            <a:ext cx="3746501" cy="273685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66421" y="1606551"/>
            <a:ext cx="3746499" cy="27368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14339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0252" y="1663700"/>
            <a:ext cx="35317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152651"/>
            <a:ext cx="3747692" cy="21907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3" y="1670050"/>
            <a:ext cx="35421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67612" y="2152651"/>
            <a:ext cx="3746501" cy="21907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19263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7650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40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55750"/>
            <a:ext cx="2760664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6151" y="457201"/>
            <a:ext cx="4626770" cy="3886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584450"/>
            <a:ext cx="2760664" cy="13716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0346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200150"/>
            <a:ext cx="4623490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2190" y="685800"/>
            <a:ext cx="2460731" cy="3429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228850"/>
            <a:ext cx="4623490" cy="13716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85191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3549649"/>
            <a:ext cx="759857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8701" y="699084"/>
            <a:ext cx="6569870" cy="237373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974702"/>
            <a:ext cx="7598570" cy="37028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9939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343149"/>
          </a:xfrm>
        </p:spPr>
        <p:txBody>
          <a:bodyPr anchor="ctr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F1133-3259-4C45-BABA-5B62D9C6F78D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4787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3406" y="2514600"/>
            <a:ext cx="7004388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599" y="3257550"/>
            <a:ext cx="7614275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F1133-3259-4C45-BABA-5B62D9C6F78D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15378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2481436"/>
            <a:ext cx="7598569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583036"/>
            <a:ext cx="7598570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F1133-3259-4C45-BABA-5B62D9C6F78D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41816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0" y="2914650"/>
            <a:ext cx="7601577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1400"/>
            <a:ext cx="7601577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F1133-3259-4C45-BABA-5B62D9C6F78D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69985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1" y="2628900"/>
            <a:ext cx="7598571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F1133-3259-4C45-BABA-5B62D9C6F78D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0733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12392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4006" y="457200"/>
            <a:ext cx="1618914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457200"/>
            <a:ext cx="5874087" cy="38862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34395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5"/>
          <p:cNvSpPr txBox="1">
            <a:spLocks noGrp="1"/>
          </p:cNvSpPr>
          <p:nvPr>
            <p:ph type="subTitle" idx="1"/>
          </p:nvPr>
        </p:nvSpPr>
        <p:spPr>
          <a:xfrm>
            <a:off x="720075" y="2883490"/>
            <a:ext cx="23055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6" name="Google Shape;616;p25"/>
          <p:cNvSpPr txBox="1">
            <a:spLocks noGrp="1"/>
          </p:cNvSpPr>
          <p:nvPr>
            <p:ph type="subTitle" idx="2"/>
          </p:nvPr>
        </p:nvSpPr>
        <p:spPr>
          <a:xfrm>
            <a:off x="3419293" y="2883490"/>
            <a:ext cx="23055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7" name="Google Shape;617;p25"/>
          <p:cNvSpPr txBox="1">
            <a:spLocks noGrp="1"/>
          </p:cNvSpPr>
          <p:nvPr>
            <p:ph type="subTitle" idx="3"/>
          </p:nvPr>
        </p:nvSpPr>
        <p:spPr>
          <a:xfrm>
            <a:off x="6118519" y="2883490"/>
            <a:ext cx="23055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8" name="Google Shape;618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19" name="Google Shape;619;p25"/>
          <p:cNvSpPr txBox="1">
            <a:spLocks noGrp="1"/>
          </p:cNvSpPr>
          <p:nvPr>
            <p:ph type="subTitle" idx="4"/>
          </p:nvPr>
        </p:nvSpPr>
        <p:spPr>
          <a:xfrm>
            <a:off x="720075" y="2408950"/>
            <a:ext cx="2305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0" name="Google Shape;620;p25"/>
          <p:cNvSpPr txBox="1">
            <a:spLocks noGrp="1"/>
          </p:cNvSpPr>
          <p:nvPr>
            <p:ph type="subTitle" idx="5"/>
          </p:nvPr>
        </p:nvSpPr>
        <p:spPr>
          <a:xfrm>
            <a:off x="3419296" y="2408950"/>
            <a:ext cx="2305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1" name="Google Shape;621;p25"/>
          <p:cNvSpPr txBox="1">
            <a:spLocks noGrp="1"/>
          </p:cNvSpPr>
          <p:nvPr>
            <p:ph type="subTitle" idx="6"/>
          </p:nvPr>
        </p:nvSpPr>
        <p:spPr>
          <a:xfrm>
            <a:off x="6118523" y="2408950"/>
            <a:ext cx="2305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03521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2"/>
          <p:cNvSpPr txBox="1">
            <a:spLocks noGrp="1"/>
          </p:cNvSpPr>
          <p:nvPr>
            <p:ph type="subTitle" idx="1"/>
          </p:nvPr>
        </p:nvSpPr>
        <p:spPr>
          <a:xfrm>
            <a:off x="720000" y="1722125"/>
            <a:ext cx="3951000" cy="21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68" name="Google Shape;568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92228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 txBox="1">
            <a:spLocks noGrp="1"/>
          </p:cNvSpPr>
          <p:nvPr>
            <p:ph type="title"/>
          </p:nvPr>
        </p:nvSpPr>
        <p:spPr>
          <a:xfrm>
            <a:off x="1523600" y="1750625"/>
            <a:ext cx="6096900" cy="12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18329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13"/>
          <p:cNvSpPr txBox="1">
            <a:spLocks noGrp="1"/>
          </p:cNvSpPr>
          <p:nvPr>
            <p:ph type="subTitle" idx="1"/>
          </p:nvPr>
        </p:nvSpPr>
        <p:spPr>
          <a:xfrm>
            <a:off x="1761313" y="2277409"/>
            <a:ext cx="25239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13"/>
          <p:cNvSpPr txBox="1">
            <a:spLocks noGrp="1"/>
          </p:cNvSpPr>
          <p:nvPr>
            <p:ph type="subTitle" idx="2"/>
          </p:nvPr>
        </p:nvSpPr>
        <p:spPr>
          <a:xfrm>
            <a:off x="4858838" y="2277409"/>
            <a:ext cx="25239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13"/>
          <p:cNvSpPr txBox="1">
            <a:spLocks noGrp="1"/>
          </p:cNvSpPr>
          <p:nvPr>
            <p:ph type="subTitle" idx="3"/>
          </p:nvPr>
        </p:nvSpPr>
        <p:spPr>
          <a:xfrm>
            <a:off x="1761313" y="3973584"/>
            <a:ext cx="25239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13"/>
          <p:cNvSpPr txBox="1">
            <a:spLocks noGrp="1"/>
          </p:cNvSpPr>
          <p:nvPr>
            <p:ph type="subTitle" idx="4"/>
          </p:nvPr>
        </p:nvSpPr>
        <p:spPr>
          <a:xfrm>
            <a:off x="4858838" y="3973584"/>
            <a:ext cx="25239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13"/>
          <p:cNvSpPr txBox="1">
            <a:spLocks noGrp="1"/>
          </p:cNvSpPr>
          <p:nvPr>
            <p:ph type="title" idx="5" hasCustomPrompt="1"/>
          </p:nvPr>
        </p:nvSpPr>
        <p:spPr>
          <a:xfrm>
            <a:off x="2639386" y="1295400"/>
            <a:ext cx="767100" cy="55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2" name="Google Shape;342;p13"/>
          <p:cNvSpPr txBox="1">
            <a:spLocks noGrp="1"/>
          </p:cNvSpPr>
          <p:nvPr>
            <p:ph type="title" idx="6" hasCustomPrompt="1"/>
          </p:nvPr>
        </p:nvSpPr>
        <p:spPr>
          <a:xfrm>
            <a:off x="2639386" y="3016825"/>
            <a:ext cx="767100" cy="55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3" name="Google Shape;343;p13"/>
          <p:cNvSpPr txBox="1">
            <a:spLocks noGrp="1"/>
          </p:cNvSpPr>
          <p:nvPr>
            <p:ph type="title" idx="7" hasCustomPrompt="1"/>
          </p:nvPr>
        </p:nvSpPr>
        <p:spPr>
          <a:xfrm>
            <a:off x="5736911" y="1295400"/>
            <a:ext cx="767100" cy="55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4" name="Google Shape;344;p13"/>
          <p:cNvSpPr txBox="1">
            <a:spLocks noGrp="1"/>
          </p:cNvSpPr>
          <p:nvPr>
            <p:ph type="title" idx="8" hasCustomPrompt="1"/>
          </p:nvPr>
        </p:nvSpPr>
        <p:spPr>
          <a:xfrm>
            <a:off x="5736911" y="3016825"/>
            <a:ext cx="767100" cy="55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5" name="Google Shape;345;p13"/>
          <p:cNvSpPr txBox="1">
            <a:spLocks noGrp="1"/>
          </p:cNvSpPr>
          <p:nvPr>
            <p:ph type="subTitle" idx="9"/>
          </p:nvPr>
        </p:nvSpPr>
        <p:spPr>
          <a:xfrm>
            <a:off x="1761325" y="1851000"/>
            <a:ext cx="2523900" cy="5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6" name="Google Shape;346;p13"/>
          <p:cNvSpPr txBox="1">
            <a:spLocks noGrp="1"/>
          </p:cNvSpPr>
          <p:nvPr>
            <p:ph type="subTitle" idx="13"/>
          </p:nvPr>
        </p:nvSpPr>
        <p:spPr>
          <a:xfrm>
            <a:off x="4858851" y="1851000"/>
            <a:ext cx="2523900" cy="5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7" name="Google Shape;347;p13"/>
          <p:cNvSpPr txBox="1">
            <a:spLocks noGrp="1"/>
          </p:cNvSpPr>
          <p:nvPr>
            <p:ph type="subTitle" idx="14"/>
          </p:nvPr>
        </p:nvSpPr>
        <p:spPr>
          <a:xfrm>
            <a:off x="1761325" y="3547175"/>
            <a:ext cx="2523900" cy="5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8" name="Google Shape;348;p13"/>
          <p:cNvSpPr txBox="1">
            <a:spLocks noGrp="1"/>
          </p:cNvSpPr>
          <p:nvPr>
            <p:ph type="subTitle" idx="15"/>
          </p:nvPr>
        </p:nvSpPr>
        <p:spPr>
          <a:xfrm>
            <a:off x="4858851" y="3547175"/>
            <a:ext cx="2523900" cy="5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41784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>
            <a:spLocks noGrp="1"/>
          </p:cNvSpPr>
          <p:nvPr>
            <p:ph type="title"/>
          </p:nvPr>
        </p:nvSpPr>
        <p:spPr>
          <a:xfrm>
            <a:off x="713225" y="2109175"/>
            <a:ext cx="4121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0" name="Google Shape;120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155439"/>
            <a:ext cx="1135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1" name="Google Shape;121;p3"/>
          <p:cNvSpPr txBox="1">
            <a:spLocks noGrp="1"/>
          </p:cNvSpPr>
          <p:nvPr>
            <p:ph type="subTitle" idx="1"/>
          </p:nvPr>
        </p:nvSpPr>
        <p:spPr>
          <a:xfrm>
            <a:off x="713225" y="2966593"/>
            <a:ext cx="4121700" cy="36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49320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4"/>
          <p:cNvSpPr txBox="1">
            <a:spLocks noGrp="1"/>
          </p:cNvSpPr>
          <p:nvPr>
            <p:ph type="title"/>
          </p:nvPr>
        </p:nvSpPr>
        <p:spPr>
          <a:xfrm>
            <a:off x="1063113" y="3343800"/>
            <a:ext cx="48315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0" name="Google Shape;390;p14"/>
          <p:cNvSpPr txBox="1">
            <a:spLocks noGrp="1"/>
          </p:cNvSpPr>
          <p:nvPr>
            <p:ph type="subTitle" idx="1"/>
          </p:nvPr>
        </p:nvSpPr>
        <p:spPr>
          <a:xfrm>
            <a:off x="1063125" y="1342850"/>
            <a:ext cx="5474100" cy="181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76838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5"/>
          <p:cNvSpPr txBox="1">
            <a:spLocks noGrp="1"/>
          </p:cNvSpPr>
          <p:nvPr>
            <p:ph type="subTitle" idx="1"/>
          </p:nvPr>
        </p:nvSpPr>
        <p:spPr>
          <a:xfrm>
            <a:off x="5040058" y="2339784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5" name="Google Shape;195;p5"/>
          <p:cNvSpPr txBox="1">
            <a:spLocks noGrp="1"/>
          </p:cNvSpPr>
          <p:nvPr>
            <p:ph type="subTitle" idx="2"/>
          </p:nvPr>
        </p:nvSpPr>
        <p:spPr>
          <a:xfrm>
            <a:off x="1543450" y="2339784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6" name="Google Shape;196;p5"/>
          <p:cNvSpPr txBox="1">
            <a:spLocks noGrp="1"/>
          </p:cNvSpPr>
          <p:nvPr>
            <p:ph type="subTitle" idx="3"/>
          </p:nvPr>
        </p:nvSpPr>
        <p:spPr>
          <a:xfrm>
            <a:off x="5040051" y="1932150"/>
            <a:ext cx="2560500" cy="50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5"/>
          <p:cNvSpPr txBox="1">
            <a:spLocks noGrp="1"/>
          </p:cNvSpPr>
          <p:nvPr>
            <p:ph type="subTitle" idx="4"/>
          </p:nvPr>
        </p:nvSpPr>
        <p:spPr>
          <a:xfrm>
            <a:off x="1543450" y="1932150"/>
            <a:ext cx="2560500" cy="50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8339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606551"/>
            <a:ext cx="7598569" cy="2736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1CF1133-3259-4C45-BABA-5B62D9C6F78D}" type="datetimeFigureOut">
              <a:rPr lang="en-US" smtClean="0"/>
              <a:t>10/10/2024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4402932"/>
            <a:ext cx="5870744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9546" y="4402932"/>
            <a:ext cx="413375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2318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20" r:id="rId13"/>
    <p:sldLayoutId id="2147483821" r:id="rId14"/>
    <p:sldLayoutId id="2147483822" r:id="rId15"/>
    <p:sldLayoutId id="2147483823" r:id="rId16"/>
    <p:sldLayoutId id="2147483824" r:id="rId17"/>
    <p:sldLayoutId id="2147483825" r:id="rId18"/>
    <p:sldLayoutId id="2147483826" r:id="rId19"/>
    <p:sldLayoutId id="2147483827" r:id="rId20"/>
    <p:sldLayoutId id="2147483828" r:id="rId21"/>
    <p:sldLayoutId id="2147483829" r:id="rId22"/>
    <p:sldLayoutId id="2147483830" r:id="rId23"/>
    <p:sldLayoutId id="2147483831" r:id="rId24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36"/>
          <p:cNvSpPr txBox="1">
            <a:spLocks noGrp="1"/>
          </p:cNvSpPr>
          <p:nvPr>
            <p:ph type="ctrTitle"/>
          </p:nvPr>
        </p:nvSpPr>
        <p:spPr>
          <a:xfrm>
            <a:off x="1237724" y="242453"/>
            <a:ext cx="6830111" cy="22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4300" b="1" cap="none" dirty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Retail Inventory Management and </a:t>
            </a:r>
            <a:r>
              <a:rPr lang="en-US" sz="4300" b="1" cap="none" dirty="0">
                <a:solidFill>
                  <a:schemeClr val="lt2"/>
                </a:solidFill>
                <a:latin typeface="Play"/>
                <a:ea typeface="Play"/>
                <a:cs typeface="Play"/>
              </a:rPr>
              <a:t>Forecasting</a:t>
            </a:r>
            <a:endParaRPr sz="4300" b="1" cap="none" dirty="0">
              <a:solidFill>
                <a:schemeClr val="lt2"/>
              </a:solidFill>
              <a:latin typeface="Play"/>
              <a:ea typeface="Play"/>
              <a:cs typeface="Play"/>
            </a:endParaRPr>
          </a:p>
        </p:txBody>
      </p:sp>
      <p:sp>
        <p:nvSpPr>
          <p:cNvPr id="832" name="Google Shape;832;p36"/>
          <p:cNvSpPr txBox="1">
            <a:spLocks noGrp="1"/>
          </p:cNvSpPr>
          <p:nvPr>
            <p:ph type="subTitle" idx="1"/>
          </p:nvPr>
        </p:nvSpPr>
        <p:spPr>
          <a:xfrm>
            <a:off x="3418052" y="2491753"/>
            <a:ext cx="2469454" cy="20887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" sz="1700" b="1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Presented by:</a:t>
            </a:r>
          </a:p>
          <a:p>
            <a:pPr marL="0" indent="0" algn="ctr"/>
            <a:r>
              <a:rPr lang="en" sz="1700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Mahmoud Fahim</a:t>
            </a:r>
          </a:p>
          <a:p>
            <a:pPr marL="0" lvl="0" indent="0" algn="ctr"/>
            <a:r>
              <a:rPr lang="en" sz="1700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Mohamed Sherif</a:t>
            </a:r>
          </a:p>
          <a:p>
            <a:pPr marL="0" indent="0" algn="ctr"/>
            <a:r>
              <a:rPr lang="en" sz="1700" cap="none" dirty="0" smtClean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Randa El Saied</a:t>
            </a:r>
            <a:endParaRPr lang="en" sz="1700" cap="none"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indent="0" algn="ctr"/>
            <a:r>
              <a:rPr lang="en" sz="1700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Sara Shaaban</a:t>
            </a:r>
          </a:p>
          <a:p>
            <a:pPr marL="0" lvl="0" indent="0" algn="ctr"/>
            <a:r>
              <a:rPr lang="en" sz="1700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Shaimaa Tarek</a:t>
            </a:r>
          </a:p>
          <a:p>
            <a:pPr marL="0" lvl="0" indent="0" algn="ctr"/>
            <a:r>
              <a:rPr lang="en" sz="1700" cap="none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Sherief Saied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41"/>
          <p:cNvSpPr txBox="1">
            <a:spLocks noGrp="1"/>
          </p:cNvSpPr>
          <p:nvPr>
            <p:ph type="subTitle" idx="1"/>
          </p:nvPr>
        </p:nvSpPr>
        <p:spPr>
          <a:xfrm>
            <a:off x="500259" y="1233027"/>
            <a:ext cx="8360206" cy="34452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50000"/>
              </a:lnSpc>
              <a:buClr>
                <a:schemeClr val="hlink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This project focuses on building a comprehensive data solution for retail inventory management, starting from database design to advanced forecasting and deployment.</a:t>
            </a:r>
          </a:p>
          <a:p>
            <a:pPr marL="285750" lvl="0" indent="-285750" algn="just">
              <a:lnSpc>
                <a:spcPct val="150000"/>
              </a:lnSpc>
              <a:buClr>
                <a:schemeClr val="hlink"/>
              </a:buClr>
              <a:buSzPts val="1100"/>
              <a:buFont typeface="Wingdings" panose="05000000000000000000" pitchFamily="2" charset="2"/>
              <a:buChar char="q"/>
            </a:pPr>
            <a:endParaRPr lang="en-US"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algn="just">
              <a:lnSpc>
                <a:spcPct val="150000"/>
              </a:lnSpc>
              <a:buClr>
                <a:schemeClr val="hlink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initial phase involves designing a relational SQL database to manage inventory, sales, and supplier data, providing a robust foundation for data management. </a:t>
            </a:r>
          </a:p>
          <a:p>
            <a:pPr marL="285750" lvl="0" indent="-285750" algn="just">
              <a:lnSpc>
                <a:spcPct val="150000"/>
              </a:lnSpc>
              <a:buClr>
                <a:schemeClr val="hlink"/>
              </a:buClr>
              <a:buSzPts val="1100"/>
              <a:buFont typeface="Wingdings" panose="05000000000000000000" pitchFamily="2" charset="2"/>
              <a:buChar char="q"/>
            </a:pPr>
            <a:endParaRPr lang="en-US"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algn="just">
              <a:lnSpc>
                <a:spcPct val="150000"/>
              </a:lnSpc>
              <a:buClr>
                <a:schemeClr val="hlink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Following this, a data warehouse is implemented to consolidate data using ETL processes, enabling efficient data reporting and analysis. </a:t>
            </a:r>
          </a:p>
          <a:p>
            <a:pPr marL="285750" lvl="0" indent="-285750" algn="just">
              <a:lnSpc>
                <a:spcPct val="150000"/>
              </a:lnSpc>
              <a:buClr>
                <a:schemeClr val="hlink"/>
              </a:buClr>
              <a:buSzPts val="1100"/>
              <a:buFont typeface="Wingdings" panose="05000000000000000000" pitchFamily="2" charset="2"/>
              <a:buChar char="q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</p:txBody>
      </p:sp>
      <p:sp>
        <p:nvSpPr>
          <p:cNvPr id="877" name="Google Shape;877;p41"/>
          <p:cNvSpPr txBox="1">
            <a:spLocks noGrp="1"/>
          </p:cNvSpPr>
          <p:nvPr>
            <p:ph type="title"/>
          </p:nvPr>
        </p:nvSpPr>
        <p:spPr>
          <a:xfrm>
            <a:off x="720000" y="46629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sz="3300" b="1" cap="none" dirty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Projec</a:t>
            </a:r>
            <a:r>
              <a:rPr lang="en" sz="3300" b="1" cap="none" dirty="0">
                <a:solidFill>
                  <a:schemeClr val="lt1"/>
                </a:solidFill>
                <a:latin typeface="Play"/>
                <a:ea typeface="Play"/>
                <a:cs typeface="Play"/>
              </a:rPr>
              <a:t>t Overview</a:t>
            </a:r>
            <a:endParaRPr sz="3300" b="1" cap="none" dirty="0">
              <a:solidFill>
                <a:schemeClr val="lt1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025779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41"/>
          <p:cNvSpPr txBox="1">
            <a:spLocks noGrp="1"/>
          </p:cNvSpPr>
          <p:nvPr>
            <p:ph type="subTitle" idx="1"/>
          </p:nvPr>
        </p:nvSpPr>
        <p:spPr>
          <a:xfrm>
            <a:off x="493171" y="1038990"/>
            <a:ext cx="8296410" cy="34452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50000"/>
              </a:lnSpc>
              <a:buClr>
                <a:schemeClr val="hlink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project progresses into predictive modeling by building inventory demand forecasting models with Python, leveraging Azure's data services for scalability. </a:t>
            </a:r>
          </a:p>
          <a:p>
            <a:pPr marL="285750" lvl="0" indent="-285750" algn="just">
              <a:lnSpc>
                <a:spcPct val="150000"/>
              </a:lnSpc>
              <a:buClr>
                <a:schemeClr val="hlink"/>
              </a:buClr>
              <a:buSzPts val="1100"/>
              <a:buFont typeface="Wingdings" panose="05000000000000000000" pitchFamily="2" charset="2"/>
              <a:buChar char="q"/>
            </a:pPr>
            <a:endParaRPr lang="en-US"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algn="just">
              <a:lnSpc>
                <a:spcPct val="150000"/>
              </a:lnSpc>
              <a:buClr>
                <a:schemeClr val="hlink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Finally, the project integrates </a:t>
            </a:r>
            <a:r>
              <a:rPr lang="en-US" dirty="0" err="1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MLOps</a:t>
            </a: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for model management and deploys the forecasting system as a web service, ensuring its real-world applicability in supporting decision-making and automating inventory management processes. </a:t>
            </a:r>
          </a:p>
          <a:p>
            <a:pPr marL="285750" lvl="0" indent="-285750" algn="just">
              <a:lnSpc>
                <a:spcPct val="150000"/>
              </a:lnSpc>
              <a:buClr>
                <a:schemeClr val="hlink"/>
              </a:buClr>
              <a:buSzPts val="1100"/>
              <a:buFont typeface="Wingdings" panose="05000000000000000000" pitchFamily="2" charset="2"/>
              <a:buChar char="q"/>
            </a:pPr>
            <a:endParaRPr lang="en-US"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285750" lvl="0" indent="-285750" algn="just">
              <a:lnSpc>
                <a:spcPct val="150000"/>
              </a:lnSpc>
              <a:buClr>
                <a:schemeClr val="hlink"/>
              </a:buClr>
              <a:buSzPts val="11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This end-to-end solution showcases the integration of database systems, analytics, and cloud technologies to deliver actionable insights and efficient data handling.</a:t>
            </a:r>
          </a:p>
          <a:p>
            <a:pPr marL="285750" lvl="0" indent="-285750" algn="just">
              <a:lnSpc>
                <a:spcPct val="150000"/>
              </a:lnSpc>
              <a:buClr>
                <a:schemeClr val="hlink"/>
              </a:buClr>
              <a:buSzPts val="1100"/>
              <a:buFont typeface="Wingdings" panose="05000000000000000000" pitchFamily="2" charset="2"/>
              <a:buChar char="q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</p:txBody>
      </p:sp>
      <p:sp>
        <p:nvSpPr>
          <p:cNvPr id="5" name="Google Shape;877;p41"/>
          <p:cNvSpPr txBox="1">
            <a:spLocks noGrp="1"/>
          </p:cNvSpPr>
          <p:nvPr>
            <p:ph type="title"/>
          </p:nvPr>
        </p:nvSpPr>
        <p:spPr>
          <a:xfrm>
            <a:off x="720000" y="46629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sz="3300" b="1" cap="none" dirty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Projec</a:t>
            </a:r>
            <a:r>
              <a:rPr lang="en" sz="3300" b="1" cap="none" dirty="0">
                <a:solidFill>
                  <a:schemeClr val="lt1"/>
                </a:solidFill>
                <a:latin typeface="Play"/>
                <a:ea typeface="Play"/>
                <a:cs typeface="Play"/>
              </a:rPr>
              <a:t>t Overview</a:t>
            </a:r>
            <a:endParaRPr sz="3300" b="1" cap="none" dirty="0">
              <a:solidFill>
                <a:schemeClr val="lt1"/>
              </a:solidFill>
              <a:latin typeface="Play"/>
              <a:ea typeface="Play"/>
              <a:cs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817225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51"/>
          <p:cNvSpPr txBox="1">
            <a:spLocks noGrp="1"/>
          </p:cNvSpPr>
          <p:nvPr>
            <p:ph type="title"/>
          </p:nvPr>
        </p:nvSpPr>
        <p:spPr>
          <a:xfrm>
            <a:off x="1491796" y="1251958"/>
            <a:ext cx="6096900" cy="20195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7000"/>
            </a:pPr>
            <a:r>
              <a:rPr lang="en" sz="7000" b="1" cap="none" dirty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Project Pipeline</a:t>
            </a:r>
            <a:endParaRPr sz="7000" b="1" cap="none" dirty="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1012" name="Google Shape;1012;p51"/>
          <p:cNvGrpSpPr/>
          <p:nvPr/>
        </p:nvGrpSpPr>
        <p:grpSpPr>
          <a:xfrm>
            <a:off x="582712" y="7"/>
            <a:ext cx="643935" cy="2314064"/>
            <a:chOff x="582712" y="7"/>
            <a:chExt cx="643935" cy="2314064"/>
          </a:xfrm>
        </p:grpSpPr>
        <p:grpSp>
          <p:nvGrpSpPr>
            <p:cNvPr id="1013" name="Google Shape;1013;p51"/>
            <p:cNvGrpSpPr/>
            <p:nvPr/>
          </p:nvGrpSpPr>
          <p:grpSpPr>
            <a:xfrm rot="10800000">
              <a:off x="1035918" y="3987"/>
              <a:ext cx="190730" cy="2310083"/>
              <a:chOff x="9" y="2835115"/>
              <a:chExt cx="134668" cy="1631069"/>
            </a:xfrm>
          </p:grpSpPr>
          <p:sp>
            <p:nvSpPr>
              <p:cNvPr id="1014" name="Google Shape;1014;p51"/>
              <p:cNvSpPr/>
              <p:nvPr/>
            </p:nvSpPr>
            <p:spPr>
              <a:xfrm rot="-5400000">
                <a:off x="-655129" y="3676378"/>
                <a:ext cx="1497053" cy="82558"/>
              </a:xfrm>
              <a:custGeom>
                <a:avLst/>
                <a:gdLst/>
                <a:ahLst/>
                <a:cxnLst/>
                <a:rect l="l" t="t" r="r" b="b"/>
                <a:pathLst>
                  <a:path w="34417" h="1898" extrusionOk="0">
                    <a:moveTo>
                      <a:pt x="34060" y="0"/>
                    </a:moveTo>
                    <a:cubicBezTo>
                      <a:pt x="33874" y="0"/>
                      <a:pt x="33760" y="57"/>
                      <a:pt x="33703" y="228"/>
                    </a:cubicBezTo>
                    <a:lnTo>
                      <a:pt x="21694" y="228"/>
                    </a:lnTo>
                    <a:lnTo>
                      <a:pt x="20268" y="1655"/>
                    </a:lnTo>
                    <a:lnTo>
                      <a:pt x="0" y="1655"/>
                    </a:lnTo>
                    <a:lnTo>
                      <a:pt x="0" y="1897"/>
                    </a:lnTo>
                    <a:lnTo>
                      <a:pt x="20382" y="1897"/>
                    </a:lnTo>
                    <a:lnTo>
                      <a:pt x="21751" y="471"/>
                    </a:lnTo>
                    <a:lnTo>
                      <a:pt x="33703" y="471"/>
                    </a:lnTo>
                    <a:cubicBezTo>
                      <a:pt x="33760" y="642"/>
                      <a:pt x="33874" y="713"/>
                      <a:pt x="34060" y="713"/>
                    </a:cubicBezTo>
                    <a:cubicBezTo>
                      <a:pt x="34288" y="713"/>
                      <a:pt x="34416" y="585"/>
                      <a:pt x="34416" y="357"/>
                    </a:cubicBezTo>
                    <a:cubicBezTo>
                      <a:pt x="34416" y="114"/>
                      <a:pt x="34288" y="0"/>
                      <a:pt x="3406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51"/>
              <p:cNvSpPr/>
              <p:nvPr/>
            </p:nvSpPr>
            <p:spPr>
              <a:xfrm rot="-5400000">
                <a:off x="-420003" y="3973575"/>
                <a:ext cx="912621" cy="72597"/>
              </a:xfrm>
              <a:custGeom>
                <a:avLst/>
                <a:gdLst/>
                <a:ahLst/>
                <a:cxnLst/>
                <a:rect l="l" t="t" r="r" b="b"/>
                <a:pathLst>
                  <a:path w="20981" h="1669" extrusionOk="0">
                    <a:moveTo>
                      <a:pt x="20567" y="0"/>
                    </a:moveTo>
                    <a:cubicBezTo>
                      <a:pt x="20382" y="0"/>
                      <a:pt x="20210" y="185"/>
                      <a:pt x="20210" y="357"/>
                    </a:cubicBezTo>
                    <a:cubicBezTo>
                      <a:pt x="20210" y="414"/>
                      <a:pt x="20210" y="485"/>
                      <a:pt x="20268" y="542"/>
                    </a:cubicBezTo>
                    <a:lnTo>
                      <a:pt x="19383" y="1426"/>
                    </a:lnTo>
                    <a:lnTo>
                      <a:pt x="0" y="1426"/>
                    </a:lnTo>
                    <a:lnTo>
                      <a:pt x="0" y="1669"/>
                    </a:lnTo>
                    <a:lnTo>
                      <a:pt x="19440" y="1669"/>
                    </a:lnTo>
                    <a:lnTo>
                      <a:pt x="20382" y="713"/>
                    </a:lnTo>
                    <a:lnTo>
                      <a:pt x="20567" y="713"/>
                    </a:lnTo>
                    <a:cubicBezTo>
                      <a:pt x="20810" y="713"/>
                      <a:pt x="20981" y="599"/>
                      <a:pt x="20981" y="357"/>
                    </a:cubicBezTo>
                    <a:cubicBezTo>
                      <a:pt x="20981" y="185"/>
                      <a:pt x="20810" y="0"/>
                      <a:pt x="2056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51"/>
              <p:cNvSpPr/>
              <p:nvPr/>
            </p:nvSpPr>
            <p:spPr>
              <a:xfrm rot="-5400000">
                <a:off x="-388076" y="4029078"/>
                <a:ext cx="843156" cy="31057"/>
              </a:xfrm>
              <a:custGeom>
                <a:avLst/>
                <a:gdLst/>
                <a:ahLst/>
                <a:cxnLst/>
                <a:rect l="l" t="t" r="r" b="b"/>
                <a:pathLst>
                  <a:path w="19384" h="714" extrusionOk="0">
                    <a:moveTo>
                      <a:pt x="19027" y="1"/>
                    </a:moveTo>
                    <a:cubicBezTo>
                      <a:pt x="18841" y="1"/>
                      <a:pt x="18727" y="72"/>
                      <a:pt x="18670" y="243"/>
                    </a:cubicBezTo>
                    <a:lnTo>
                      <a:pt x="0" y="243"/>
                    </a:lnTo>
                    <a:lnTo>
                      <a:pt x="0" y="486"/>
                    </a:lnTo>
                    <a:lnTo>
                      <a:pt x="18670" y="486"/>
                    </a:lnTo>
                    <a:cubicBezTo>
                      <a:pt x="18727" y="657"/>
                      <a:pt x="18841" y="714"/>
                      <a:pt x="19027" y="714"/>
                    </a:cubicBezTo>
                    <a:cubicBezTo>
                      <a:pt x="19198" y="714"/>
                      <a:pt x="19383" y="600"/>
                      <a:pt x="19383" y="357"/>
                    </a:cubicBezTo>
                    <a:cubicBezTo>
                      <a:pt x="19383" y="129"/>
                      <a:pt x="19198" y="1"/>
                      <a:pt x="1902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51"/>
              <p:cNvSpPr/>
              <p:nvPr/>
            </p:nvSpPr>
            <p:spPr>
              <a:xfrm rot="-5400000">
                <a:off x="-758457" y="3604107"/>
                <a:ext cx="1631069" cy="93085"/>
              </a:xfrm>
              <a:custGeom>
                <a:avLst/>
                <a:gdLst/>
                <a:ahLst/>
                <a:cxnLst/>
                <a:rect l="l" t="t" r="r" b="b"/>
                <a:pathLst>
                  <a:path w="37498" h="2140" extrusionOk="0">
                    <a:moveTo>
                      <a:pt x="37140" y="1"/>
                    </a:moveTo>
                    <a:cubicBezTo>
                      <a:pt x="36969" y="1"/>
                      <a:pt x="36855" y="115"/>
                      <a:pt x="36784" y="243"/>
                    </a:cubicBezTo>
                    <a:lnTo>
                      <a:pt x="21523" y="243"/>
                    </a:lnTo>
                    <a:lnTo>
                      <a:pt x="19911" y="1897"/>
                    </a:lnTo>
                    <a:lnTo>
                      <a:pt x="0" y="1897"/>
                    </a:lnTo>
                    <a:lnTo>
                      <a:pt x="0" y="2140"/>
                    </a:lnTo>
                    <a:lnTo>
                      <a:pt x="20025" y="2140"/>
                    </a:lnTo>
                    <a:lnTo>
                      <a:pt x="21637" y="471"/>
                    </a:lnTo>
                    <a:lnTo>
                      <a:pt x="36784" y="471"/>
                    </a:lnTo>
                    <a:cubicBezTo>
                      <a:pt x="36855" y="657"/>
                      <a:pt x="36969" y="771"/>
                      <a:pt x="37140" y="771"/>
                    </a:cubicBezTo>
                    <a:cubicBezTo>
                      <a:pt x="37326" y="771"/>
                      <a:pt x="37497" y="600"/>
                      <a:pt x="37497" y="357"/>
                    </a:cubicBezTo>
                    <a:cubicBezTo>
                      <a:pt x="37497" y="172"/>
                      <a:pt x="37326" y="1"/>
                      <a:pt x="3714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8" name="Google Shape;1018;p51"/>
            <p:cNvGrpSpPr/>
            <p:nvPr/>
          </p:nvGrpSpPr>
          <p:grpSpPr>
            <a:xfrm rot="10800000">
              <a:off x="582712" y="7"/>
              <a:ext cx="432406" cy="1877736"/>
              <a:chOff x="4792514" y="2979701"/>
              <a:chExt cx="305307" cy="1325804"/>
            </a:xfrm>
          </p:grpSpPr>
          <p:sp>
            <p:nvSpPr>
              <p:cNvPr id="1019" name="Google Shape;1019;p51"/>
              <p:cNvSpPr/>
              <p:nvPr/>
            </p:nvSpPr>
            <p:spPr>
              <a:xfrm rot="-5400000">
                <a:off x="4409125" y="3616809"/>
                <a:ext cx="1266256" cy="111136"/>
              </a:xfrm>
              <a:custGeom>
                <a:avLst/>
                <a:gdLst/>
                <a:ahLst/>
                <a:cxnLst/>
                <a:rect l="l" t="t" r="r" b="b"/>
                <a:pathLst>
                  <a:path w="29111" h="2555" extrusionOk="0">
                    <a:moveTo>
                      <a:pt x="0" y="1"/>
                    </a:moveTo>
                    <a:lnTo>
                      <a:pt x="0" y="229"/>
                    </a:lnTo>
                    <a:lnTo>
                      <a:pt x="15803" y="229"/>
                    </a:lnTo>
                    <a:lnTo>
                      <a:pt x="18114" y="2554"/>
                    </a:lnTo>
                    <a:lnTo>
                      <a:pt x="23462" y="2554"/>
                    </a:lnTo>
                    <a:lnTo>
                      <a:pt x="24775" y="1185"/>
                    </a:lnTo>
                    <a:lnTo>
                      <a:pt x="28397" y="1185"/>
                    </a:lnTo>
                    <a:cubicBezTo>
                      <a:pt x="28397" y="1370"/>
                      <a:pt x="28583" y="1484"/>
                      <a:pt x="28754" y="1484"/>
                    </a:cubicBezTo>
                    <a:cubicBezTo>
                      <a:pt x="28939" y="1484"/>
                      <a:pt x="29111" y="1299"/>
                      <a:pt x="29111" y="1128"/>
                    </a:cubicBezTo>
                    <a:cubicBezTo>
                      <a:pt x="29111" y="885"/>
                      <a:pt x="28939" y="714"/>
                      <a:pt x="28754" y="714"/>
                    </a:cubicBezTo>
                    <a:cubicBezTo>
                      <a:pt x="28583" y="714"/>
                      <a:pt x="28454" y="828"/>
                      <a:pt x="28397" y="942"/>
                    </a:cubicBezTo>
                    <a:lnTo>
                      <a:pt x="24718" y="942"/>
                    </a:lnTo>
                    <a:lnTo>
                      <a:pt x="23405" y="2312"/>
                    </a:lnTo>
                    <a:lnTo>
                      <a:pt x="18242" y="2312"/>
                    </a:lnTo>
                    <a:lnTo>
                      <a:pt x="1591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51"/>
              <p:cNvSpPr/>
              <p:nvPr/>
            </p:nvSpPr>
            <p:spPr>
              <a:xfrm rot="-5400000">
                <a:off x="4335310" y="3589536"/>
                <a:ext cx="1325804" cy="106134"/>
              </a:xfrm>
              <a:custGeom>
                <a:avLst/>
                <a:gdLst/>
                <a:ahLst/>
                <a:cxnLst/>
                <a:rect l="l" t="t" r="r" b="b"/>
                <a:pathLst>
                  <a:path w="30480" h="2440" extrusionOk="0">
                    <a:moveTo>
                      <a:pt x="0" y="0"/>
                    </a:moveTo>
                    <a:lnTo>
                      <a:pt x="0" y="243"/>
                    </a:lnTo>
                    <a:lnTo>
                      <a:pt x="16459" y="243"/>
                    </a:lnTo>
                    <a:lnTo>
                      <a:pt x="18656" y="2439"/>
                    </a:lnTo>
                    <a:lnTo>
                      <a:pt x="22878" y="2439"/>
                    </a:lnTo>
                    <a:lnTo>
                      <a:pt x="24361" y="899"/>
                    </a:lnTo>
                    <a:lnTo>
                      <a:pt x="29767" y="899"/>
                    </a:lnTo>
                    <a:cubicBezTo>
                      <a:pt x="29824" y="1013"/>
                      <a:pt x="29952" y="1127"/>
                      <a:pt x="30066" y="1127"/>
                    </a:cubicBezTo>
                    <a:cubicBezTo>
                      <a:pt x="30309" y="1127"/>
                      <a:pt x="30480" y="956"/>
                      <a:pt x="30480" y="771"/>
                    </a:cubicBezTo>
                    <a:cubicBezTo>
                      <a:pt x="30480" y="542"/>
                      <a:pt x="30309" y="357"/>
                      <a:pt x="30066" y="357"/>
                    </a:cubicBezTo>
                    <a:cubicBezTo>
                      <a:pt x="29881" y="357"/>
                      <a:pt x="29767" y="471"/>
                      <a:pt x="29710" y="656"/>
                    </a:cubicBezTo>
                    <a:lnTo>
                      <a:pt x="24247" y="656"/>
                    </a:lnTo>
                    <a:lnTo>
                      <a:pt x="22749" y="2197"/>
                    </a:lnTo>
                    <a:lnTo>
                      <a:pt x="18770" y="2197"/>
                    </a:lnTo>
                    <a:lnTo>
                      <a:pt x="1657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51"/>
              <p:cNvSpPr/>
              <p:nvPr/>
            </p:nvSpPr>
            <p:spPr>
              <a:xfrm rot="-5400000">
                <a:off x="4348012" y="3656827"/>
                <a:ext cx="1196790" cy="100566"/>
              </a:xfrm>
              <a:custGeom>
                <a:avLst/>
                <a:gdLst/>
                <a:ahLst/>
                <a:cxnLst/>
                <a:rect l="l" t="t" r="r" b="b"/>
                <a:pathLst>
                  <a:path w="27514" h="2312" extrusionOk="0">
                    <a:moveTo>
                      <a:pt x="27157" y="1"/>
                    </a:moveTo>
                    <a:cubicBezTo>
                      <a:pt x="26971" y="1"/>
                      <a:pt x="26857" y="115"/>
                      <a:pt x="26800" y="300"/>
                    </a:cubicBezTo>
                    <a:lnTo>
                      <a:pt x="23890" y="300"/>
                    </a:lnTo>
                    <a:lnTo>
                      <a:pt x="22165" y="2083"/>
                    </a:lnTo>
                    <a:lnTo>
                      <a:pt x="19612" y="2083"/>
                    </a:lnTo>
                    <a:lnTo>
                      <a:pt x="17643" y="115"/>
                    </a:lnTo>
                    <a:lnTo>
                      <a:pt x="0" y="115"/>
                    </a:lnTo>
                    <a:lnTo>
                      <a:pt x="0" y="357"/>
                    </a:lnTo>
                    <a:lnTo>
                      <a:pt x="17586" y="357"/>
                    </a:lnTo>
                    <a:lnTo>
                      <a:pt x="19483" y="2311"/>
                    </a:lnTo>
                    <a:lnTo>
                      <a:pt x="22222" y="2311"/>
                    </a:lnTo>
                    <a:lnTo>
                      <a:pt x="24004" y="528"/>
                    </a:lnTo>
                    <a:lnTo>
                      <a:pt x="26800" y="528"/>
                    </a:lnTo>
                    <a:cubicBezTo>
                      <a:pt x="26857" y="657"/>
                      <a:pt x="26971" y="771"/>
                      <a:pt x="27157" y="771"/>
                    </a:cubicBezTo>
                    <a:cubicBezTo>
                      <a:pt x="27385" y="771"/>
                      <a:pt x="27513" y="600"/>
                      <a:pt x="27513" y="414"/>
                    </a:cubicBezTo>
                    <a:cubicBezTo>
                      <a:pt x="27513" y="172"/>
                      <a:pt x="27385" y="1"/>
                      <a:pt x="2715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51"/>
              <p:cNvSpPr/>
              <p:nvPr/>
            </p:nvSpPr>
            <p:spPr>
              <a:xfrm rot="-5400000">
                <a:off x="4316977" y="3695300"/>
                <a:ext cx="1119234" cy="101175"/>
              </a:xfrm>
              <a:custGeom>
                <a:avLst/>
                <a:gdLst/>
                <a:ahLst/>
                <a:cxnLst/>
                <a:rect l="l" t="t" r="r" b="b"/>
                <a:pathLst>
                  <a:path w="25731" h="2326" extrusionOk="0">
                    <a:moveTo>
                      <a:pt x="25374" y="1"/>
                    </a:moveTo>
                    <a:cubicBezTo>
                      <a:pt x="25188" y="1"/>
                      <a:pt x="25074" y="129"/>
                      <a:pt x="25017" y="300"/>
                    </a:cubicBezTo>
                    <a:lnTo>
                      <a:pt x="23947" y="300"/>
                    </a:lnTo>
                    <a:lnTo>
                      <a:pt x="22165" y="2083"/>
                    </a:lnTo>
                    <a:lnTo>
                      <a:pt x="20382" y="2083"/>
                    </a:lnTo>
                    <a:lnTo>
                      <a:pt x="18955" y="657"/>
                    </a:lnTo>
                    <a:lnTo>
                      <a:pt x="0" y="657"/>
                    </a:lnTo>
                    <a:lnTo>
                      <a:pt x="0" y="899"/>
                    </a:lnTo>
                    <a:lnTo>
                      <a:pt x="18827" y="899"/>
                    </a:lnTo>
                    <a:lnTo>
                      <a:pt x="20253" y="2326"/>
                    </a:lnTo>
                    <a:lnTo>
                      <a:pt x="22222" y="2326"/>
                    </a:lnTo>
                    <a:lnTo>
                      <a:pt x="24062" y="543"/>
                    </a:lnTo>
                    <a:lnTo>
                      <a:pt x="25017" y="543"/>
                    </a:lnTo>
                    <a:cubicBezTo>
                      <a:pt x="25074" y="657"/>
                      <a:pt x="25188" y="785"/>
                      <a:pt x="25374" y="785"/>
                    </a:cubicBezTo>
                    <a:cubicBezTo>
                      <a:pt x="25545" y="785"/>
                      <a:pt x="25730" y="600"/>
                      <a:pt x="25730" y="429"/>
                    </a:cubicBezTo>
                    <a:cubicBezTo>
                      <a:pt x="25730" y="186"/>
                      <a:pt x="25545" y="1"/>
                      <a:pt x="2537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51"/>
              <p:cNvSpPr/>
              <p:nvPr/>
            </p:nvSpPr>
            <p:spPr>
              <a:xfrm rot="-5400000">
                <a:off x="4328765" y="3810699"/>
                <a:ext cx="958554" cy="31057"/>
              </a:xfrm>
              <a:custGeom>
                <a:avLst/>
                <a:gdLst/>
                <a:ahLst/>
                <a:cxnLst/>
                <a:rect l="l" t="t" r="r" b="b"/>
                <a:pathLst>
                  <a:path w="22037" h="714" extrusionOk="0">
                    <a:moveTo>
                      <a:pt x="21623" y="1"/>
                    </a:moveTo>
                    <a:cubicBezTo>
                      <a:pt x="21508" y="1"/>
                      <a:pt x="21323" y="58"/>
                      <a:pt x="21266" y="243"/>
                    </a:cubicBezTo>
                    <a:lnTo>
                      <a:pt x="0" y="243"/>
                    </a:lnTo>
                    <a:lnTo>
                      <a:pt x="0" y="486"/>
                    </a:lnTo>
                    <a:lnTo>
                      <a:pt x="21266" y="486"/>
                    </a:lnTo>
                    <a:cubicBezTo>
                      <a:pt x="21323" y="657"/>
                      <a:pt x="21508" y="714"/>
                      <a:pt x="21623" y="714"/>
                    </a:cubicBezTo>
                    <a:cubicBezTo>
                      <a:pt x="21865" y="714"/>
                      <a:pt x="22036" y="600"/>
                      <a:pt x="22036" y="357"/>
                    </a:cubicBezTo>
                    <a:cubicBezTo>
                      <a:pt x="22036" y="129"/>
                      <a:pt x="21865" y="1"/>
                      <a:pt x="2162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4" name="Google Shape;1024;p51"/>
          <p:cNvGrpSpPr/>
          <p:nvPr/>
        </p:nvGrpSpPr>
        <p:grpSpPr>
          <a:xfrm rot="-5400000">
            <a:off x="7591763" y="-353680"/>
            <a:ext cx="659052" cy="2445426"/>
            <a:chOff x="4128096" y="2589445"/>
            <a:chExt cx="465334" cy="1726630"/>
          </a:xfrm>
        </p:grpSpPr>
        <p:sp>
          <p:nvSpPr>
            <p:cNvPr id="1025" name="Google Shape;1025;p51"/>
            <p:cNvSpPr/>
            <p:nvPr/>
          </p:nvSpPr>
          <p:spPr>
            <a:xfrm rot="-5400000">
              <a:off x="4350516" y="3592343"/>
              <a:ext cx="447328" cy="38495"/>
            </a:xfrm>
            <a:custGeom>
              <a:avLst/>
              <a:gdLst/>
              <a:ahLst/>
              <a:cxnLst/>
              <a:rect l="l" t="t" r="r" b="b"/>
              <a:pathLst>
                <a:path w="10284" h="885" extrusionOk="0">
                  <a:moveTo>
                    <a:pt x="9927" y="0"/>
                  </a:moveTo>
                  <a:cubicBezTo>
                    <a:pt x="9742" y="0"/>
                    <a:pt x="9628" y="114"/>
                    <a:pt x="9571" y="242"/>
                  </a:cubicBezTo>
                  <a:lnTo>
                    <a:pt x="0" y="242"/>
                  </a:lnTo>
                  <a:lnTo>
                    <a:pt x="0" y="884"/>
                  </a:lnTo>
                  <a:lnTo>
                    <a:pt x="243" y="884"/>
                  </a:lnTo>
                  <a:lnTo>
                    <a:pt x="243" y="471"/>
                  </a:lnTo>
                  <a:lnTo>
                    <a:pt x="9571" y="471"/>
                  </a:lnTo>
                  <a:cubicBezTo>
                    <a:pt x="9628" y="656"/>
                    <a:pt x="9742" y="770"/>
                    <a:pt x="9927" y="770"/>
                  </a:cubicBezTo>
                  <a:cubicBezTo>
                    <a:pt x="10155" y="770"/>
                    <a:pt x="10284" y="599"/>
                    <a:pt x="10284" y="357"/>
                  </a:cubicBezTo>
                  <a:cubicBezTo>
                    <a:pt x="10284" y="171"/>
                    <a:pt x="10155" y="0"/>
                    <a:pt x="992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51"/>
            <p:cNvSpPr/>
            <p:nvPr/>
          </p:nvSpPr>
          <p:spPr>
            <a:xfrm rot="-5400000">
              <a:off x="4258650" y="2857151"/>
              <a:ext cx="602484" cy="67073"/>
            </a:xfrm>
            <a:custGeom>
              <a:avLst/>
              <a:gdLst/>
              <a:ahLst/>
              <a:cxnLst/>
              <a:rect l="l" t="t" r="r" b="b"/>
              <a:pathLst>
                <a:path w="13851" h="1542" extrusionOk="0">
                  <a:moveTo>
                    <a:pt x="13494" y="1"/>
                  </a:moveTo>
                  <a:cubicBezTo>
                    <a:pt x="13322" y="1"/>
                    <a:pt x="13137" y="58"/>
                    <a:pt x="13137" y="243"/>
                  </a:cubicBezTo>
                  <a:lnTo>
                    <a:pt x="1" y="243"/>
                  </a:lnTo>
                  <a:lnTo>
                    <a:pt x="1" y="1541"/>
                  </a:lnTo>
                  <a:lnTo>
                    <a:pt x="243" y="1541"/>
                  </a:lnTo>
                  <a:lnTo>
                    <a:pt x="243" y="472"/>
                  </a:lnTo>
                  <a:lnTo>
                    <a:pt x="13137" y="472"/>
                  </a:lnTo>
                  <a:cubicBezTo>
                    <a:pt x="13137" y="600"/>
                    <a:pt x="13322" y="714"/>
                    <a:pt x="13494" y="714"/>
                  </a:cubicBezTo>
                  <a:cubicBezTo>
                    <a:pt x="13679" y="714"/>
                    <a:pt x="13850" y="543"/>
                    <a:pt x="13850" y="357"/>
                  </a:cubicBezTo>
                  <a:cubicBezTo>
                    <a:pt x="13850" y="115"/>
                    <a:pt x="13679" y="1"/>
                    <a:pt x="1349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51"/>
            <p:cNvSpPr/>
            <p:nvPr/>
          </p:nvSpPr>
          <p:spPr>
            <a:xfrm rot="-5400000">
              <a:off x="4342753" y="2990231"/>
              <a:ext cx="395827" cy="105525"/>
            </a:xfrm>
            <a:custGeom>
              <a:avLst/>
              <a:gdLst/>
              <a:ahLst/>
              <a:cxnLst/>
              <a:rect l="l" t="t" r="r" b="b"/>
              <a:pathLst>
                <a:path w="9100" h="2426" extrusionOk="0">
                  <a:moveTo>
                    <a:pt x="8686" y="1"/>
                  </a:moveTo>
                  <a:cubicBezTo>
                    <a:pt x="8558" y="1"/>
                    <a:pt x="8387" y="115"/>
                    <a:pt x="8330" y="229"/>
                  </a:cubicBezTo>
                  <a:lnTo>
                    <a:pt x="0" y="229"/>
                  </a:lnTo>
                  <a:lnTo>
                    <a:pt x="0" y="2425"/>
                  </a:lnTo>
                  <a:lnTo>
                    <a:pt x="243" y="2425"/>
                  </a:lnTo>
                  <a:lnTo>
                    <a:pt x="243" y="471"/>
                  </a:lnTo>
                  <a:lnTo>
                    <a:pt x="8330" y="471"/>
                  </a:lnTo>
                  <a:cubicBezTo>
                    <a:pt x="8387" y="642"/>
                    <a:pt x="8558" y="771"/>
                    <a:pt x="8686" y="771"/>
                  </a:cubicBezTo>
                  <a:cubicBezTo>
                    <a:pt x="8914" y="771"/>
                    <a:pt x="9100" y="585"/>
                    <a:pt x="9100" y="357"/>
                  </a:cubicBezTo>
                  <a:cubicBezTo>
                    <a:pt x="9100" y="172"/>
                    <a:pt x="8914" y="1"/>
                    <a:pt x="868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51"/>
            <p:cNvSpPr/>
            <p:nvPr/>
          </p:nvSpPr>
          <p:spPr>
            <a:xfrm rot="-5400000">
              <a:off x="4236967" y="2935946"/>
              <a:ext cx="565859" cy="147065"/>
            </a:xfrm>
            <a:custGeom>
              <a:avLst/>
              <a:gdLst/>
              <a:ahLst/>
              <a:cxnLst/>
              <a:rect l="l" t="t" r="r" b="b"/>
              <a:pathLst>
                <a:path w="13009" h="3381" extrusionOk="0">
                  <a:moveTo>
                    <a:pt x="12594" y="0"/>
                  </a:moveTo>
                  <a:cubicBezTo>
                    <a:pt x="12480" y="0"/>
                    <a:pt x="12295" y="114"/>
                    <a:pt x="12238" y="242"/>
                  </a:cubicBezTo>
                  <a:lnTo>
                    <a:pt x="0" y="242"/>
                  </a:lnTo>
                  <a:lnTo>
                    <a:pt x="0" y="3380"/>
                  </a:lnTo>
                  <a:lnTo>
                    <a:pt x="243" y="3380"/>
                  </a:lnTo>
                  <a:lnTo>
                    <a:pt x="243" y="471"/>
                  </a:lnTo>
                  <a:lnTo>
                    <a:pt x="12238" y="471"/>
                  </a:lnTo>
                  <a:cubicBezTo>
                    <a:pt x="12295" y="656"/>
                    <a:pt x="12480" y="770"/>
                    <a:pt x="12594" y="770"/>
                  </a:cubicBezTo>
                  <a:cubicBezTo>
                    <a:pt x="12837" y="770"/>
                    <a:pt x="13008" y="599"/>
                    <a:pt x="13008" y="357"/>
                  </a:cubicBezTo>
                  <a:cubicBezTo>
                    <a:pt x="13008" y="171"/>
                    <a:pt x="12837" y="0"/>
                    <a:pt x="1259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51"/>
            <p:cNvSpPr/>
            <p:nvPr/>
          </p:nvSpPr>
          <p:spPr>
            <a:xfrm rot="-5400000">
              <a:off x="4284728" y="3027769"/>
              <a:ext cx="421317" cy="196087"/>
            </a:xfrm>
            <a:custGeom>
              <a:avLst/>
              <a:gdLst/>
              <a:ahLst/>
              <a:cxnLst/>
              <a:rect l="l" t="t" r="r" b="b"/>
              <a:pathLst>
                <a:path w="9686" h="4508" extrusionOk="0">
                  <a:moveTo>
                    <a:pt x="9329" y="0"/>
                  </a:moveTo>
                  <a:cubicBezTo>
                    <a:pt x="9157" y="0"/>
                    <a:pt x="8972" y="114"/>
                    <a:pt x="8972" y="300"/>
                  </a:cubicBezTo>
                  <a:lnTo>
                    <a:pt x="1" y="300"/>
                  </a:lnTo>
                  <a:lnTo>
                    <a:pt x="1" y="4507"/>
                  </a:lnTo>
                  <a:lnTo>
                    <a:pt x="243" y="4507"/>
                  </a:lnTo>
                  <a:lnTo>
                    <a:pt x="243" y="528"/>
                  </a:lnTo>
                  <a:lnTo>
                    <a:pt x="8972" y="528"/>
                  </a:lnTo>
                  <a:cubicBezTo>
                    <a:pt x="8972" y="656"/>
                    <a:pt x="9157" y="770"/>
                    <a:pt x="9329" y="770"/>
                  </a:cubicBezTo>
                  <a:cubicBezTo>
                    <a:pt x="9514" y="770"/>
                    <a:pt x="9685" y="585"/>
                    <a:pt x="9685" y="414"/>
                  </a:cubicBezTo>
                  <a:cubicBezTo>
                    <a:pt x="9685" y="171"/>
                    <a:pt x="9514" y="0"/>
                    <a:pt x="932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51"/>
            <p:cNvSpPr/>
            <p:nvPr/>
          </p:nvSpPr>
          <p:spPr>
            <a:xfrm rot="-5400000">
              <a:off x="3936988" y="3222875"/>
              <a:ext cx="1067777" cy="245108"/>
            </a:xfrm>
            <a:custGeom>
              <a:avLst/>
              <a:gdLst/>
              <a:ahLst/>
              <a:cxnLst/>
              <a:rect l="l" t="t" r="r" b="b"/>
              <a:pathLst>
                <a:path w="24548" h="5635" extrusionOk="0">
                  <a:moveTo>
                    <a:pt x="24190" y="0"/>
                  </a:moveTo>
                  <a:cubicBezTo>
                    <a:pt x="24005" y="0"/>
                    <a:pt x="23834" y="115"/>
                    <a:pt x="23834" y="229"/>
                  </a:cubicBezTo>
                  <a:lnTo>
                    <a:pt x="11525" y="229"/>
                  </a:lnTo>
                  <a:lnTo>
                    <a:pt x="11525" y="4151"/>
                  </a:lnTo>
                  <a:lnTo>
                    <a:pt x="1" y="4151"/>
                  </a:lnTo>
                  <a:lnTo>
                    <a:pt x="1" y="5634"/>
                  </a:lnTo>
                  <a:lnTo>
                    <a:pt x="243" y="5634"/>
                  </a:lnTo>
                  <a:lnTo>
                    <a:pt x="243" y="4393"/>
                  </a:lnTo>
                  <a:lnTo>
                    <a:pt x="11768" y="4393"/>
                  </a:lnTo>
                  <a:lnTo>
                    <a:pt x="11768" y="471"/>
                  </a:lnTo>
                  <a:lnTo>
                    <a:pt x="23834" y="471"/>
                  </a:lnTo>
                  <a:cubicBezTo>
                    <a:pt x="23834" y="642"/>
                    <a:pt x="24005" y="771"/>
                    <a:pt x="24190" y="771"/>
                  </a:cubicBezTo>
                  <a:cubicBezTo>
                    <a:pt x="24362" y="771"/>
                    <a:pt x="24547" y="585"/>
                    <a:pt x="24547" y="357"/>
                  </a:cubicBezTo>
                  <a:cubicBezTo>
                    <a:pt x="24547" y="172"/>
                    <a:pt x="24362" y="0"/>
                    <a:pt x="2419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51"/>
            <p:cNvSpPr/>
            <p:nvPr/>
          </p:nvSpPr>
          <p:spPr>
            <a:xfrm rot="-5400000">
              <a:off x="3583049" y="3406216"/>
              <a:ext cx="1613105" cy="206613"/>
            </a:xfrm>
            <a:custGeom>
              <a:avLst/>
              <a:gdLst/>
              <a:ahLst/>
              <a:cxnLst/>
              <a:rect l="l" t="t" r="r" b="b"/>
              <a:pathLst>
                <a:path w="37085" h="4750" extrusionOk="0">
                  <a:moveTo>
                    <a:pt x="36670" y="0"/>
                  </a:moveTo>
                  <a:cubicBezTo>
                    <a:pt x="36542" y="0"/>
                    <a:pt x="36371" y="114"/>
                    <a:pt x="36314" y="228"/>
                  </a:cubicBezTo>
                  <a:lnTo>
                    <a:pt x="20325" y="228"/>
                  </a:lnTo>
                  <a:lnTo>
                    <a:pt x="20325" y="4507"/>
                  </a:lnTo>
                  <a:lnTo>
                    <a:pt x="1" y="4507"/>
                  </a:lnTo>
                  <a:lnTo>
                    <a:pt x="1" y="4750"/>
                  </a:lnTo>
                  <a:lnTo>
                    <a:pt x="20568" y="4750"/>
                  </a:lnTo>
                  <a:lnTo>
                    <a:pt x="20568" y="471"/>
                  </a:lnTo>
                  <a:lnTo>
                    <a:pt x="36314" y="471"/>
                  </a:lnTo>
                  <a:cubicBezTo>
                    <a:pt x="36371" y="642"/>
                    <a:pt x="36542" y="713"/>
                    <a:pt x="36670" y="713"/>
                  </a:cubicBezTo>
                  <a:cubicBezTo>
                    <a:pt x="36899" y="713"/>
                    <a:pt x="37084" y="585"/>
                    <a:pt x="37084" y="357"/>
                  </a:cubicBezTo>
                  <a:cubicBezTo>
                    <a:pt x="37084" y="171"/>
                    <a:pt x="36899" y="0"/>
                    <a:pt x="3667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51"/>
            <p:cNvSpPr/>
            <p:nvPr/>
          </p:nvSpPr>
          <p:spPr>
            <a:xfrm rot="-5400000">
              <a:off x="3683572" y="3550758"/>
              <a:ext cx="1318409" cy="212224"/>
            </a:xfrm>
            <a:custGeom>
              <a:avLst/>
              <a:gdLst/>
              <a:ahLst/>
              <a:cxnLst/>
              <a:rect l="l" t="t" r="r" b="b"/>
              <a:pathLst>
                <a:path w="30310" h="4879" extrusionOk="0">
                  <a:moveTo>
                    <a:pt x="29896" y="0"/>
                  </a:moveTo>
                  <a:cubicBezTo>
                    <a:pt x="29767" y="0"/>
                    <a:pt x="29596" y="71"/>
                    <a:pt x="29539" y="243"/>
                  </a:cubicBezTo>
                  <a:lnTo>
                    <a:pt x="18956" y="243"/>
                  </a:lnTo>
                  <a:lnTo>
                    <a:pt x="18956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9198" y="4878"/>
                  </a:lnTo>
                  <a:lnTo>
                    <a:pt x="19198" y="485"/>
                  </a:lnTo>
                  <a:lnTo>
                    <a:pt x="29539" y="485"/>
                  </a:lnTo>
                  <a:cubicBezTo>
                    <a:pt x="29596" y="599"/>
                    <a:pt x="29767" y="713"/>
                    <a:pt x="29896" y="713"/>
                  </a:cubicBezTo>
                  <a:cubicBezTo>
                    <a:pt x="30124" y="713"/>
                    <a:pt x="30309" y="542"/>
                    <a:pt x="30309" y="357"/>
                  </a:cubicBezTo>
                  <a:cubicBezTo>
                    <a:pt x="30309" y="129"/>
                    <a:pt x="30124" y="0"/>
                    <a:pt x="298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51"/>
            <p:cNvSpPr/>
            <p:nvPr/>
          </p:nvSpPr>
          <p:spPr>
            <a:xfrm rot="-5400000">
              <a:off x="3890469" y="3910287"/>
              <a:ext cx="679996" cy="131580"/>
            </a:xfrm>
            <a:custGeom>
              <a:avLst/>
              <a:gdLst/>
              <a:ahLst/>
              <a:cxnLst/>
              <a:rect l="l" t="t" r="r" b="b"/>
              <a:pathLst>
                <a:path w="15633" h="3025" extrusionOk="0">
                  <a:moveTo>
                    <a:pt x="15219" y="1"/>
                  </a:moveTo>
                  <a:cubicBezTo>
                    <a:pt x="15034" y="1"/>
                    <a:pt x="14863" y="115"/>
                    <a:pt x="14863" y="357"/>
                  </a:cubicBezTo>
                  <a:cubicBezTo>
                    <a:pt x="14863" y="528"/>
                    <a:pt x="14977" y="714"/>
                    <a:pt x="15219" y="714"/>
                  </a:cubicBezTo>
                  <a:lnTo>
                    <a:pt x="15219" y="2796"/>
                  </a:lnTo>
                  <a:lnTo>
                    <a:pt x="1" y="2796"/>
                  </a:lnTo>
                  <a:lnTo>
                    <a:pt x="1" y="3024"/>
                  </a:lnTo>
                  <a:lnTo>
                    <a:pt x="15447" y="3024"/>
                  </a:lnTo>
                  <a:lnTo>
                    <a:pt x="15447" y="657"/>
                  </a:lnTo>
                  <a:cubicBezTo>
                    <a:pt x="15504" y="585"/>
                    <a:pt x="15633" y="471"/>
                    <a:pt x="15633" y="357"/>
                  </a:cubicBezTo>
                  <a:cubicBezTo>
                    <a:pt x="15633" y="115"/>
                    <a:pt x="15447" y="1"/>
                    <a:pt x="1521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51"/>
            <p:cNvSpPr/>
            <p:nvPr/>
          </p:nvSpPr>
          <p:spPr>
            <a:xfrm rot="-5400000">
              <a:off x="3593294" y="3509501"/>
              <a:ext cx="1400924" cy="212224"/>
            </a:xfrm>
            <a:custGeom>
              <a:avLst/>
              <a:gdLst/>
              <a:ahLst/>
              <a:cxnLst/>
              <a:rect l="l" t="t" r="r" b="b"/>
              <a:pathLst>
                <a:path w="32207" h="4879" extrusionOk="0">
                  <a:moveTo>
                    <a:pt x="31850" y="0"/>
                  </a:moveTo>
                  <a:cubicBezTo>
                    <a:pt x="31678" y="0"/>
                    <a:pt x="31493" y="57"/>
                    <a:pt x="31493" y="243"/>
                  </a:cubicBezTo>
                  <a:lnTo>
                    <a:pt x="17715" y="243"/>
                  </a:lnTo>
                  <a:lnTo>
                    <a:pt x="17715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7943" y="4878"/>
                  </a:lnTo>
                  <a:lnTo>
                    <a:pt x="17943" y="485"/>
                  </a:lnTo>
                  <a:lnTo>
                    <a:pt x="31493" y="485"/>
                  </a:lnTo>
                  <a:cubicBezTo>
                    <a:pt x="31493" y="599"/>
                    <a:pt x="31678" y="714"/>
                    <a:pt x="31850" y="714"/>
                  </a:cubicBezTo>
                  <a:cubicBezTo>
                    <a:pt x="32035" y="714"/>
                    <a:pt x="32206" y="542"/>
                    <a:pt x="32206" y="357"/>
                  </a:cubicBezTo>
                  <a:cubicBezTo>
                    <a:pt x="32206" y="129"/>
                    <a:pt x="32035" y="0"/>
                    <a:pt x="3185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51"/>
            <p:cNvSpPr/>
            <p:nvPr/>
          </p:nvSpPr>
          <p:spPr>
            <a:xfrm rot="-5400000">
              <a:off x="3468913" y="3442188"/>
              <a:ext cx="1533069" cy="214704"/>
            </a:xfrm>
            <a:custGeom>
              <a:avLst/>
              <a:gdLst/>
              <a:ahLst/>
              <a:cxnLst/>
              <a:rect l="l" t="t" r="r" b="b"/>
              <a:pathLst>
                <a:path w="35245" h="4936" extrusionOk="0">
                  <a:moveTo>
                    <a:pt x="34831" y="0"/>
                  </a:moveTo>
                  <a:cubicBezTo>
                    <a:pt x="34702" y="0"/>
                    <a:pt x="34531" y="71"/>
                    <a:pt x="34474" y="243"/>
                  </a:cubicBezTo>
                  <a:lnTo>
                    <a:pt x="16403" y="243"/>
                  </a:lnTo>
                  <a:lnTo>
                    <a:pt x="16403" y="4707"/>
                  </a:lnTo>
                  <a:lnTo>
                    <a:pt x="1" y="4707"/>
                  </a:lnTo>
                  <a:lnTo>
                    <a:pt x="1" y="4935"/>
                  </a:lnTo>
                  <a:lnTo>
                    <a:pt x="16645" y="4935"/>
                  </a:lnTo>
                  <a:lnTo>
                    <a:pt x="16645" y="485"/>
                  </a:lnTo>
                  <a:lnTo>
                    <a:pt x="34474" y="485"/>
                  </a:lnTo>
                  <a:cubicBezTo>
                    <a:pt x="34531" y="599"/>
                    <a:pt x="34702" y="713"/>
                    <a:pt x="34831" y="713"/>
                  </a:cubicBezTo>
                  <a:cubicBezTo>
                    <a:pt x="35059" y="713"/>
                    <a:pt x="35244" y="542"/>
                    <a:pt x="35244" y="357"/>
                  </a:cubicBezTo>
                  <a:cubicBezTo>
                    <a:pt x="35244" y="129"/>
                    <a:pt x="35059" y="0"/>
                    <a:pt x="3483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6" name="Google Shape;1036;p51"/>
          <p:cNvGrpSpPr/>
          <p:nvPr/>
        </p:nvGrpSpPr>
        <p:grpSpPr>
          <a:xfrm>
            <a:off x="-6" y="3333878"/>
            <a:ext cx="2174918" cy="1340856"/>
            <a:chOff x="-6" y="3333878"/>
            <a:chExt cx="2174918" cy="1340856"/>
          </a:xfrm>
        </p:grpSpPr>
        <p:grpSp>
          <p:nvGrpSpPr>
            <p:cNvPr id="1037" name="Google Shape;1037;p51"/>
            <p:cNvGrpSpPr/>
            <p:nvPr/>
          </p:nvGrpSpPr>
          <p:grpSpPr>
            <a:xfrm rot="5400000">
              <a:off x="694173" y="3358411"/>
              <a:ext cx="622150" cy="2010496"/>
              <a:chOff x="2474121" y="2891575"/>
              <a:chExt cx="439279" cy="1419541"/>
            </a:xfrm>
          </p:grpSpPr>
          <p:sp>
            <p:nvSpPr>
              <p:cNvPr id="1038" name="Google Shape;1038;p51"/>
              <p:cNvSpPr/>
              <p:nvPr/>
            </p:nvSpPr>
            <p:spPr>
              <a:xfrm rot="-5400000">
                <a:off x="1917918" y="3535251"/>
                <a:ext cx="1419541" cy="132189"/>
              </a:xfrm>
              <a:custGeom>
                <a:avLst/>
                <a:gdLst/>
                <a:ahLst/>
                <a:cxnLst/>
                <a:rect l="l" t="t" r="r" b="b"/>
                <a:pathLst>
                  <a:path w="32635" h="3039" extrusionOk="0">
                    <a:moveTo>
                      <a:pt x="1" y="0"/>
                    </a:moveTo>
                    <a:lnTo>
                      <a:pt x="1" y="243"/>
                    </a:lnTo>
                    <a:lnTo>
                      <a:pt x="15818" y="243"/>
                    </a:lnTo>
                    <a:lnTo>
                      <a:pt x="15818" y="2796"/>
                    </a:lnTo>
                    <a:lnTo>
                      <a:pt x="31864" y="2796"/>
                    </a:lnTo>
                    <a:cubicBezTo>
                      <a:pt x="31921" y="2981"/>
                      <a:pt x="32092" y="3038"/>
                      <a:pt x="32221" y="3038"/>
                    </a:cubicBezTo>
                    <a:cubicBezTo>
                      <a:pt x="32449" y="3038"/>
                      <a:pt x="32634" y="2924"/>
                      <a:pt x="32634" y="2682"/>
                    </a:cubicBezTo>
                    <a:cubicBezTo>
                      <a:pt x="32634" y="2496"/>
                      <a:pt x="32449" y="2325"/>
                      <a:pt x="32221" y="2325"/>
                    </a:cubicBezTo>
                    <a:cubicBezTo>
                      <a:pt x="32092" y="2325"/>
                      <a:pt x="31921" y="2439"/>
                      <a:pt x="31864" y="2568"/>
                    </a:cubicBezTo>
                    <a:lnTo>
                      <a:pt x="16046" y="2568"/>
                    </a:lnTo>
                    <a:lnTo>
                      <a:pt x="16046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51"/>
              <p:cNvSpPr/>
              <p:nvPr/>
            </p:nvSpPr>
            <p:spPr>
              <a:xfrm rot="-5400000">
                <a:off x="2568095" y="3965811"/>
                <a:ext cx="504441" cy="186169"/>
              </a:xfrm>
              <a:custGeom>
                <a:avLst/>
                <a:gdLst/>
                <a:ahLst/>
                <a:cxnLst/>
                <a:rect l="l" t="t" r="r" b="b"/>
                <a:pathLst>
                  <a:path w="11597" h="4280" extrusionOk="0">
                    <a:moveTo>
                      <a:pt x="1" y="1"/>
                    </a:moveTo>
                    <a:lnTo>
                      <a:pt x="1" y="243"/>
                    </a:lnTo>
                    <a:lnTo>
                      <a:pt x="11112" y="243"/>
                    </a:lnTo>
                    <a:lnTo>
                      <a:pt x="11112" y="3566"/>
                    </a:lnTo>
                    <a:cubicBezTo>
                      <a:pt x="10940" y="3623"/>
                      <a:pt x="10883" y="3752"/>
                      <a:pt x="10883" y="3923"/>
                    </a:cubicBezTo>
                    <a:cubicBezTo>
                      <a:pt x="10883" y="4108"/>
                      <a:pt x="10997" y="4279"/>
                      <a:pt x="11240" y="4279"/>
                    </a:cubicBezTo>
                    <a:cubicBezTo>
                      <a:pt x="11468" y="4279"/>
                      <a:pt x="11596" y="4108"/>
                      <a:pt x="11596" y="3923"/>
                    </a:cubicBezTo>
                    <a:cubicBezTo>
                      <a:pt x="11596" y="3752"/>
                      <a:pt x="11539" y="3623"/>
                      <a:pt x="11354" y="3566"/>
                    </a:cubicBezTo>
                    <a:lnTo>
                      <a:pt x="1135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51"/>
              <p:cNvSpPr/>
              <p:nvPr/>
            </p:nvSpPr>
            <p:spPr>
              <a:xfrm rot="-5400000">
                <a:off x="2612136" y="4009852"/>
                <a:ext cx="452331" cy="150197"/>
              </a:xfrm>
              <a:custGeom>
                <a:avLst/>
                <a:gdLst/>
                <a:ahLst/>
                <a:cxnLst/>
                <a:rect l="l" t="t" r="r" b="b"/>
                <a:pathLst>
                  <a:path w="10399" h="3453" extrusionOk="0">
                    <a:moveTo>
                      <a:pt x="1" y="1"/>
                    </a:moveTo>
                    <a:lnTo>
                      <a:pt x="1" y="243"/>
                    </a:lnTo>
                    <a:lnTo>
                      <a:pt x="9928" y="243"/>
                    </a:lnTo>
                    <a:lnTo>
                      <a:pt x="9928" y="2739"/>
                    </a:lnTo>
                    <a:cubicBezTo>
                      <a:pt x="9757" y="2796"/>
                      <a:pt x="9628" y="2925"/>
                      <a:pt x="9628" y="3096"/>
                    </a:cubicBezTo>
                    <a:cubicBezTo>
                      <a:pt x="9628" y="3281"/>
                      <a:pt x="9814" y="3452"/>
                      <a:pt x="10042" y="3452"/>
                    </a:cubicBezTo>
                    <a:cubicBezTo>
                      <a:pt x="10227" y="3452"/>
                      <a:pt x="10398" y="3281"/>
                      <a:pt x="10398" y="3096"/>
                    </a:cubicBezTo>
                    <a:cubicBezTo>
                      <a:pt x="10398" y="2925"/>
                      <a:pt x="10284" y="2796"/>
                      <a:pt x="10170" y="2739"/>
                    </a:cubicBezTo>
                    <a:lnTo>
                      <a:pt x="101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51"/>
              <p:cNvSpPr/>
              <p:nvPr/>
            </p:nvSpPr>
            <p:spPr>
              <a:xfrm rot="-5400000">
                <a:off x="2177879" y="3666157"/>
                <a:ext cx="1160818" cy="129101"/>
              </a:xfrm>
              <a:custGeom>
                <a:avLst/>
                <a:gdLst/>
                <a:ahLst/>
                <a:cxnLst/>
                <a:rect l="l" t="t" r="r" b="b"/>
                <a:pathLst>
                  <a:path w="26687" h="2968" extrusionOk="0">
                    <a:moveTo>
                      <a:pt x="1" y="0"/>
                    </a:moveTo>
                    <a:lnTo>
                      <a:pt x="1" y="243"/>
                    </a:lnTo>
                    <a:lnTo>
                      <a:pt x="12310" y="243"/>
                    </a:lnTo>
                    <a:lnTo>
                      <a:pt x="12310" y="2739"/>
                    </a:lnTo>
                    <a:lnTo>
                      <a:pt x="25973" y="2739"/>
                    </a:lnTo>
                    <a:cubicBezTo>
                      <a:pt x="26030" y="2910"/>
                      <a:pt x="26159" y="2967"/>
                      <a:pt x="26330" y="2967"/>
                    </a:cubicBezTo>
                    <a:cubicBezTo>
                      <a:pt x="26572" y="2967"/>
                      <a:pt x="26687" y="2853"/>
                      <a:pt x="26687" y="2611"/>
                    </a:cubicBezTo>
                    <a:cubicBezTo>
                      <a:pt x="26687" y="2439"/>
                      <a:pt x="26572" y="2254"/>
                      <a:pt x="26330" y="2254"/>
                    </a:cubicBezTo>
                    <a:cubicBezTo>
                      <a:pt x="26159" y="2254"/>
                      <a:pt x="26030" y="2382"/>
                      <a:pt x="25973" y="2496"/>
                    </a:cubicBezTo>
                    <a:lnTo>
                      <a:pt x="12538" y="2496"/>
                    </a:lnTo>
                    <a:lnTo>
                      <a:pt x="1253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51"/>
              <p:cNvSpPr/>
              <p:nvPr/>
            </p:nvSpPr>
            <p:spPr>
              <a:xfrm rot="-5400000">
                <a:off x="2081076" y="3607849"/>
                <a:ext cx="1271867" cy="134668"/>
              </a:xfrm>
              <a:custGeom>
                <a:avLst/>
                <a:gdLst/>
                <a:ahLst/>
                <a:cxnLst/>
                <a:rect l="l" t="t" r="r" b="b"/>
                <a:pathLst>
                  <a:path w="29240" h="3096" extrusionOk="0">
                    <a:moveTo>
                      <a:pt x="1" y="1"/>
                    </a:moveTo>
                    <a:lnTo>
                      <a:pt x="1" y="243"/>
                    </a:lnTo>
                    <a:lnTo>
                      <a:pt x="13436" y="243"/>
                    </a:lnTo>
                    <a:lnTo>
                      <a:pt x="13436" y="2853"/>
                    </a:lnTo>
                    <a:lnTo>
                      <a:pt x="28526" y="2853"/>
                    </a:lnTo>
                    <a:cubicBezTo>
                      <a:pt x="28526" y="2967"/>
                      <a:pt x="28712" y="3096"/>
                      <a:pt x="28883" y="3096"/>
                    </a:cubicBezTo>
                    <a:cubicBezTo>
                      <a:pt x="29068" y="3096"/>
                      <a:pt x="29240" y="2910"/>
                      <a:pt x="29240" y="2739"/>
                    </a:cubicBezTo>
                    <a:cubicBezTo>
                      <a:pt x="29240" y="2497"/>
                      <a:pt x="29068" y="2326"/>
                      <a:pt x="28883" y="2326"/>
                    </a:cubicBezTo>
                    <a:cubicBezTo>
                      <a:pt x="28712" y="2326"/>
                      <a:pt x="28526" y="2440"/>
                      <a:pt x="28526" y="2611"/>
                    </a:cubicBezTo>
                    <a:lnTo>
                      <a:pt x="13679" y="2611"/>
                    </a:lnTo>
                    <a:lnTo>
                      <a:pt x="1367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51"/>
              <p:cNvSpPr/>
              <p:nvPr/>
            </p:nvSpPr>
            <p:spPr>
              <a:xfrm rot="-5400000">
                <a:off x="2065591" y="3641342"/>
                <a:ext cx="1212319" cy="127230"/>
              </a:xfrm>
              <a:custGeom>
                <a:avLst/>
                <a:gdLst/>
                <a:ahLst/>
                <a:cxnLst/>
                <a:rect l="l" t="t" r="r" b="b"/>
                <a:pathLst>
                  <a:path w="27871" h="2925" extrusionOk="0">
                    <a:moveTo>
                      <a:pt x="1" y="0"/>
                    </a:moveTo>
                    <a:lnTo>
                      <a:pt x="1" y="243"/>
                    </a:lnTo>
                    <a:lnTo>
                      <a:pt x="14563" y="243"/>
                    </a:lnTo>
                    <a:lnTo>
                      <a:pt x="14563" y="2682"/>
                    </a:lnTo>
                    <a:lnTo>
                      <a:pt x="27157" y="2682"/>
                    </a:lnTo>
                    <a:cubicBezTo>
                      <a:pt x="27229" y="2853"/>
                      <a:pt x="27343" y="2924"/>
                      <a:pt x="27514" y="2924"/>
                    </a:cubicBezTo>
                    <a:cubicBezTo>
                      <a:pt x="27756" y="2924"/>
                      <a:pt x="27870" y="2796"/>
                      <a:pt x="27870" y="2567"/>
                    </a:cubicBezTo>
                    <a:cubicBezTo>
                      <a:pt x="27870" y="2382"/>
                      <a:pt x="27756" y="2211"/>
                      <a:pt x="27514" y="2211"/>
                    </a:cubicBezTo>
                    <a:cubicBezTo>
                      <a:pt x="27343" y="2211"/>
                      <a:pt x="27229" y="2325"/>
                      <a:pt x="27157" y="2439"/>
                    </a:cubicBezTo>
                    <a:lnTo>
                      <a:pt x="14806" y="2439"/>
                    </a:lnTo>
                    <a:lnTo>
                      <a:pt x="14806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51"/>
              <p:cNvSpPr/>
              <p:nvPr/>
            </p:nvSpPr>
            <p:spPr>
              <a:xfrm rot="-5400000">
                <a:off x="1972508" y="3742473"/>
                <a:ext cx="1103749" cy="33537"/>
              </a:xfrm>
              <a:custGeom>
                <a:avLst/>
                <a:gdLst/>
                <a:ahLst/>
                <a:cxnLst/>
                <a:rect l="l" t="t" r="r" b="b"/>
                <a:pathLst>
                  <a:path w="25375" h="771" extrusionOk="0">
                    <a:moveTo>
                      <a:pt x="25018" y="1"/>
                    </a:moveTo>
                    <a:cubicBezTo>
                      <a:pt x="24847" y="1"/>
                      <a:pt x="24733" y="115"/>
                      <a:pt x="24661" y="300"/>
                    </a:cubicBezTo>
                    <a:lnTo>
                      <a:pt x="1" y="300"/>
                    </a:lnTo>
                    <a:lnTo>
                      <a:pt x="1" y="528"/>
                    </a:lnTo>
                    <a:lnTo>
                      <a:pt x="24661" y="528"/>
                    </a:lnTo>
                    <a:cubicBezTo>
                      <a:pt x="24733" y="657"/>
                      <a:pt x="24847" y="771"/>
                      <a:pt x="25018" y="771"/>
                    </a:cubicBezTo>
                    <a:cubicBezTo>
                      <a:pt x="25260" y="771"/>
                      <a:pt x="25374" y="600"/>
                      <a:pt x="25374" y="414"/>
                    </a:cubicBezTo>
                    <a:cubicBezTo>
                      <a:pt x="25374" y="172"/>
                      <a:pt x="25260" y="1"/>
                      <a:pt x="2501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51"/>
              <p:cNvSpPr/>
              <p:nvPr/>
            </p:nvSpPr>
            <p:spPr>
              <a:xfrm rot="-5400000">
                <a:off x="2020290" y="3823748"/>
                <a:ext cx="941199" cy="33537"/>
              </a:xfrm>
              <a:custGeom>
                <a:avLst/>
                <a:gdLst/>
                <a:ahLst/>
                <a:cxnLst/>
                <a:rect l="l" t="t" r="r" b="b"/>
                <a:pathLst>
                  <a:path w="21638" h="771" extrusionOk="0">
                    <a:moveTo>
                      <a:pt x="21281" y="0"/>
                    </a:moveTo>
                    <a:cubicBezTo>
                      <a:pt x="21095" y="0"/>
                      <a:pt x="20924" y="114"/>
                      <a:pt x="20924" y="229"/>
                    </a:cubicBezTo>
                    <a:lnTo>
                      <a:pt x="1" y="229"/>
                    </a:lnTo>
                    <a:lnTo>
                      <a:pt x="1" y="471"/>
                    </a:lnTo>
                    <a:lnTo>
                      <a:pt x="20924" y="471"/>
                    </a:lnTo>
                    <a:cubicBezTo>
                      <a:pt x="20924" y="656"/>
                      <a:pt x="21095" y="771"/>
                      <a:pt x="21281" y="771"/>
                    </a:cubicBezTo>
                    <a:cubicBezTo>
                      <a:pt x="21452" y="771"/>
                      <a:pt x="21637" y="585"/>
                      <a:pt x="21637" y="357"/>
                    </a:cubicBezTo>
                    <a:cubicBezTo>
                      <a:pt x="21637" y="172"/>
                      <a:pt x="21452" y="0"/>
                      <a:pt x="212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6" name="Google Shape;1046;p51"/>
            <p:cNvGrpSpPr/>
            <p:nvPr/>
          </p:nvGrpSpPr>
          <p:grpSpPr>
            <a:xfrm rot="5400000">
              <a:off x="752586" y="2581286"/>
              <a:ext cx="669734" cy="2174918"/>
              <a:chOff x="6278982" y="2751992"/>
              <a:chExt cx="478381" cy="1553513"/>
            </a:xfrm>
          </p:grpSpPr>
          <p:sp>
            <p:nvSpPr>
              <p:cNvPr id="1047" name="Google Shape;1047;p51"/>
              <p:cNvSpPr/>
              <p:nvPr/>
            </p:nvSpPr>
            <p:spPr>
              <a:xfrm rot="-5400000">
                <a:off x="6192439" y="3740581"/>
                <a:ext cx="1059686" cy="70161"/>
              </a:xfrm>
              <a:custGeom>
                <a:avLst/>
                <a:gdLst/>
                <a:ahLst/>
                <a:cxnLst/>
                <a:rect l="l" t="t" r="r" b="b"/>
                <a:pathLst>
                  <a:path w="24362" h="1613" extrusionOk="0">
                    <a:moveTo>
                      <a:pt x="0" y="0"/>
                    </a:moveTo>
                    <a:lnTo>
                      <a:pt x="0" y="243"/>
                    </a:lnTo>
                    <a:lnTo>
                      <a:pt x="15917" y="243"/>
                    </a:lnTo>
                    <a:lnTo>
                      <a:pt x="17173" y="1313"/>
                    </a:lnTo>
                    <a:lnTo>
                      <a:pt x="23648" y="1313"/>
                    </a:lnTo>
                    <a:cubicBezTo>
                      <a:pt x="23705" y="1498"/>
                      <a:pt x="23819" y="1612"/>
                      <a:pt x="24004" y="1612"/>
                    </a:cubicBezTo>
                    <a:cubicBezTo>
                      <a:pt x="24176" y="1612"/>
                      <a:pt x="24361" y="1427"/>
                      <a:pt x="24361" y="1199"/>
                    </a:cubicBezTo>
                    <a:cubicBezTo>
                      <a:pt x="24361" y="1013"/>
                      <a:pt x="24176" y="842"/>
                      <a:pt x="24004" y="842"/>
                    </a:cubicBezTo>
                    <a:cubicBezTo>
                      <a:pt x="23819" y="842"/>
                      <a:pt x="23705" y="956"/>
                      <a:pt x="23648" y="1070"/>
                    </a:cubicBezTo>
                    <a:lnTo>
                      <a:pt x="17230" y="1070"/>
                    </a:lnTo>
                    <a:lnTo>
                      <a:pt x="1597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51"/>
              <p:cNvSpPr/>
              <p:nvPr/>
            </p:nvSpPr>
            <p:spPr>
              <a:xfrm rot="-5400000">
                <a:off x="6010359" y="3607522"/>
                <a:ext cx="1325804" cy="70161"/>
              </a:xfrm>
              <a:custGeom>
                <a:avLst/>
                <a:gdLst/>
                <a:ahLst/>
                <a:cxnLst/>
                <a:rect l="l" t="t" r="r" b="b"/>
                <a:pathLst>
                  <a:path w="30480" h="1613" extrusionOk="0">
                    <a:moveTo>
                      <a:pt x="0" y="1"/>
                    </a:moveTo>
                    <a:lnTo>
                      <a:pt x="0" y="243"/>
                    </a:lnTo>
                    <a:lnTo>
                      <a:pt x="17173" y="243"/>
                    </a:lnTo>
                    <a:lnTo>
                      <a:pt x="18242" y="1370"/>
                    </a:lnTo>
                    <a:lnTo>
                      <a:pt x="29710" y="1370"/>
                    </a:lnTo>
                    <a:cubicBezTo>
                      <a:pt x="29767" y="1484"/>
                      <a:pt x="29952" y="1612"/>
                      <a:pt x="30066" y="1612"/>
                    </a:cubicBezTo>
                    <a:cubicBezTo>
                      <a:pt x="30309" y="1612"/>
                      <a:pt x="30480" y="1427"/>
                      <a:pt x="30480" y="1256"/>
                    </a:cubicBezTo>
                    <a:cubicBezTo>
                      <a:pt x="30480" y="1013"/>
                      <a:pt x="30309" y="842"/>
                      <a:pt x="30066" y="842"/>
                    </a:cubicBezTo>
                    <a:cubicBezTo>
                      <a:pt x="29952" y="842"/>
                      <a:pt x="29767" y="956"/>
                      <a:pt x="29710" y="1127"/>
                    </a:cubicBezTo>
                    <a:lnTo>
                      <a:pt x="18356" y="1127"/>
                    </a:lnTo>
                    <a:lnTo>
                      <a:pt x="1723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51"/>
              <p:cNvSpPr/>
              <p:nvPr/>
            </p:nvSpPr>
            <p:spPr>
              <a:xfrm rot="-5400000">
                <a:off x="6022147" y="3665853"/>
                <a:ext cx="1214755" cy="64550"/>
              </a:xfrm>
              <a:custGeom>
                <a:avLst/>
                <a:gdLst/>
                <a:ahLst/>
                <a:cxnLst/>
                <a:rect l="l" t="t" r="r" b="b"/>
                <a:pathLst>
                  <a:path w="27927" h="1484" extrusionOk="0">
                    <a:moveTo>
                      <a:pt x="0" y="0"/>
                    </a:moveTo>
                    <a:lnTo>
                      <a:pt x="0" y="229"/>
                    </a:lnTo>
                    <a:lnTo>
                      <a:pt x="17943" y="229"/>
                    </a:lnTo>
                    <a:lnTo>
                      <a:pt x="18898" y="1241"/>
                    </a:lnTo>
                    <a:lnTo>
                      <a:pt x="27157" y="1241"/>
                    </a:lnTo>
                    <a:cubicBezTo>
                      <a:pt x="27214" y="1427"/>
                      <a:pt x="27385" y="1484"/>
                      <a:pt x="27513" y="1484"/>
                    </a:cubicBezTo>
                    <a:cubicBezTo>
                      <a:pt x="27741" y="1484"/>
                      <a:pt x="27927" y="1298"/>
                      <a:pt x="27927" y="1127"/>
                    </a:cubicBezTo>
                    <a:cubicBezTo>
                      <a:pt x="27927" y="885"/>
                      <a:pt x="27741" y="771"/>
                      <a:pt x="27513" y="771"/>
                    </a:cubicBezTo>
                    <a:cubicBezTo>
                      <a:pt x="27385" y="771"/>
                      <a:pt x="27214" y="828"/>
                      <a:pt x="27157" y="999"/>
                    </a:cubicBezTo>
                    <a:lnTo>
                      <a:pt x="19012" y="999"/>
                    </a:lnTo>
                    <a:lnTo>
                      <a:pt x="1800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51"/>
              <p:cNvSpPr/>
              <p:nvPr/>
            </p:nvSpPr>
            <p:spPr>
              <a:xfrm rot="-5400000">
                <a:off x="5843461" y="3619310"/>
                <a:ext cx="1279305" cy="93085"/>
              </a:xfrm>
              <a:custGeom>
                <a:avLst/>
                <a:gdLst/>
                <a:ahLst/>
                <a:cxnLst/>
                <a:rect l="l" t="t" r="r" b="b"/>
                <a:pathLst>
                  <a:path w="29411" h="2140" extrusionOk="0">
                    <a:moveTo>
                      <a:pt x="28996" y="0"/>
                    </a:moveTo>
                    <a:cubicBezTo>
                      <a:pt x="28882" y="0"/>
                      <a:pt x="28697" y="57"/>
                      <a:pt x="28640" y="243"/>
                    </a:cubicBezTo>
                    <a:lnTo>
                      <a:pt x="20610" y="243"/>
                    </a:lnTo>
                    <a:lnTo>
                      <a:pt x="20610" y="1911"/>
                    </a:lnTo>
                    <a:lnTo>
                      <a:pt x="0" y="1911"/>
                    </a:lnTo>
                    <a:lnTo>
                      <a:pt x="0" y="2140"/>
                    </a:lnTo>
                    <a:lnTo>
                      <a:pt x="20852" y="2140"/>
                    </a:lnTo>
                    <a:lnTo>
                      <a:pt x="20852" y="485"/>
                    </a:lnTo>
                    <a:lnTo>
                      <a:pt x="28640" y="485"/>
                    </a:lnTo>
                    <a:cubicBezTo>
                      <a:pt x="28697" y="656"/>
                      <a:pt x="28882" y="713"/>
                      <a:pt x="28996" y="713"/>
                    </a:cubicBezTo>
                    <a:cubicBezTo>
                      <a:pt x="29239" y="713"/>
                      <a:pt x="29410" y="542"/>
                      <a:pt x="29410" y="357"/>
                    </a:cubicBezTo>
                    <a:cubicBezTo>
                      <a:pt x="29410" y="129"/>
                      <a:pt x="29239" y="0"/>
                      <a:pt x="28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51"/>
              <p:cNvSpPr/>
              <p:nvPr/>
            </p:nvSpPr>
            <p:spPr>
              <a:xfrm rot="-5400000">
                <a:off x="5753204" y="3565025"/>
                <a:ext cx="1374825" cy="106134"/>
              </a:xfrm>
              <a:custGeom>
                <a:avLst/>
                <a:gdLst/>
                <a:ahLst/>
                <a:cxnLst/>
                <a:rect l="l" t="t" r="r" b="b"/>
                <a:pathLst>
                  <a:path w="31607" h="2440" extrusionOk="0">
                    <a:moveTo>
                      <a:pt x="31193" y="1"/>
                    </a:moveTo>
                    <a:cubicBezTo>
                      <a:pt x="31079" y="1"/>
                      <a:pt x="30893" y="58"/>
                      <a:pt x="30836" y="243"/>
                    </a:cubicBezTo>
                    <a:lnTo>
                      <a:pt x="19426" y="243"/>
                    </a:lnTo>
                    <a:lnTo>
                      <a:pt x="19426" y="2197"/>
                    </a:lnTo>
                    <a:lnTo>
                      <a:pt x="0" y="2197"/>
                    </a:lnTo>
                    <a:lnTo>
                      <a:pt x="0" y="2439"/>
                    </a:lnTo>
                    <a:lnTo>
                      <a:pt x="19669" y="2439"/>
                    </a:lnTo>
                    <a:lnTo>
                      <a:pt x="19669" y="471"/>
                    </a:lnTo>
                    <a:lnTo>
                      <a:pt x="30836" y="471"/>
                    </a:lnTo>
                    <a:cubicBezTo>
                      <a:pt x="30893" y="657"/>
                      <a:pt x="31079" y="714"/>
                      <a:pt x="31193" y="714"/>
                    </a:cubicBezTo>
                    <a:cubicBezTo>
                      <a:pt x="31435" y="714"/>
                      <a:pt x="31607" y="542"/>
                      <a:pt x="31607" y="357"/>
                    </a:cubicBezTo>
                    <a:cubicBezTo>
                      <a:pt x="31607" y="115"/>
                      <a:pt x="31435" y="1"/>
                      <a:pt x="311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51"/>
              <p:cNvSpPr/>
              <p:nvPr/>
            </p:nvSpPr>
            <p:spPr>
              <a:xfrm rot="-5400000">
                <a:off x="5618885" y="3466677"/>
                <a:ext cx="1553513" cy="124142"/>
              </a:xfrm>
              <a:custGeom>
                <a:avLst/>
                <a:gdLst/>
                <a:ahLst/>
                <a:cxnLst/>
                <a:rect l="l" t="t" r="r" b="b"/>
                <a:pathLst>
                  <a:path w="35715" h="2854" extrusionOk="0">
                    <a:moveTo>
                      <a:pt x="35301" y="1"/>
                    </a:moveTo>
                    <a:cubicBezTo>
                      <a:pt x="35172" y="1"/>
                      <a:pt x="35001" y="58"/>
                      <a:pt x="34944" y="229"/>
                    </a:cubicBezTo>
                    <a:lnTo>
                      <a:pt x="18185" y="229"/>
                    </a:lnTo>
                    <a:lnTo>
                      <a:pt x="18185" y="2611"/>
                    </a:lnTo>
                    <a:lnTo>
                      <a:pt x="0" y="2611"/>
                    </a:lnTo>
                    <a:lnTo>
                      <a:pt x="0" y="2853"/>
                    </a:lnTo>
                    <a:lnTo>
                      <a:pt x="18413" y="2853"/>
                    </a:lnTo>
                    <a:lnTo>
                      <a:pt x="18413" y="471"/>
                    </a:lnTo>
                    <a:lnTo>
                      <a:pt x="34944" y="471"/>
                    </a:lnTo>
                    <a:cubicBezTo>
                      <a:pt x="35001" y="642"/>
                      <a:pt x="35172" y="714"/>
                      <a:pt x="35301" y="714"/>
                    </a:cubicBezTo>
                    <a:cubicBezTo>
                      <a:pt x="35529" y="714"/>
                      <a:pt x="35714" y="528"/>
                      <a:pt x="35714" y="357"/>
                    </a:cubicBezTo>
                    <a:cubicBezTo>
                      <a:pt x="35714" y="115"/>
                      <a:pt x="35529" y="1"/>
                      <a:pt x="353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51"/>
              <p:cNvSpPr/>
              <p:nvPr/>
            </p:nvSpPr>
            <p:spPr>
              <a:xfrm rot="-5400000">
                <a:off x="5790418" y="3674835"/>
                <a:ext cx="1119234" cy="142106"/>
              </a:xfrm>
              <a:custGeom>
                <a:avLst/>
                <a:gdLst/>
                <a:ahLst/>
                <a:cxnLst/>
                <a:rect l="l" t="t" r="r" b="b"/>
                <a:pathLst>
                  <a:path w="25731" h="3267" extrusionOk="0">
                    <a:moveTo>
                      <a:pt x="25374" y="1"/>
                    </a:moveTo>
                    <a:cubicBezTo>
                      <a:pt x="25188" y="1"/>
                      <a:pt x="25074" y="115"/>
                      <a:pt x="25017" y="243"/>
                    </a:cubicBezTo>
                    <a:lnTo>
                      <a:pt x="17044" y="243"/>
                    </a:lnTo>
                    <a:lnTo>
                      <a:pt x="17044" y="3038"/>
                    </a:lnTo>
                    <a:lnTo>
                      <a:pt x="0" y="3038"/>
                    </a:lnTo>
                    <a:lnTo>
                      <a:pt x="0" y="3267"/>
                    </a:lnTo>
                    <a:lnTo>
                      <a:pt x="17287" y="3267"/>
                    </a:lnTo>
                    <a:lnTo>
                      <a:pt x="17287" y="471"/>
                    </a:lnTo>
                    <a:lnTo>
                      <a:pt x="25017" y="471"/>
                    </a:lnTo>
                    <a:cubicBezTo>
                      <a:pt x="25074" y="657"/>
                      <a:pt x="25188" y="771"/>
                      <a:pt x="25374" y="771"/>
                    </a:cubicBezTo>
                    <a:cubicBezTo>
                      <a:pt x="25545" y="771"/>
                      <a:pt x="25730" y="600"/>
                      <a:pt x="25730" y="357"/>
                    </a:cubicBezTo>
                    <a:cubicBezTo>
                      <a:pt x="25730" y="186"/>
                      <a:pt x="25545" y="1"/>
                      <a:pt x="2537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51"/>
              <p:cNvSpPr/>
              <p:nvPr/>
            </p:nvSpPr>
            <p:spPr>
              <a:xfrm rot="-5400000">
                <a:off x="6430370" y="3978513"/>
                <a:ext cx="620405" cy="33580"/>
              </a:xfrm>
              <a:custGeom>
                <a:avLst/>
                <a:gdLst/>
                <a:ahLst/>
                <a:cxnLst/>
                <a:rect l="l" t="t" r="r" b="b"/>
                <a:pathLst>
                  <a:path w="14263" h="772" extrusionOk="0">
                    <a:moveTo>
                      <a:pt x="13906" y="1"/>
                    </a:moveTo>
                    <a:cubicBezTo>
                      <a:pt x="13721" y="1"/>
                      <a:pt x="13607" y="115"/>
                      <a:pt x="13550" y="229"/>
                    </a:cubicBezTo>
                    <a:lnTo>
                      <a:pt x="0" y="229"/>
                    </a:lnTo>
                    <a:lnTo>
                      <a:pt x="0" y="472"/>
                    </a:lnTo>
                    <a:lnTo>
                      <a:pt x="13550" y="472"/>
                    </a:lnTo>
                    <a:cubicBezTo>
                      <a:pt x="13607" y="657"/>
                      <a:pt x="13721" y="771"/>
                      <a:pt x="13906" y="771"/>
                    </a:cubicBezTo>
                    <a:cubicBezTo>
                      <a:pt x="14078" y="771"/>
                      <a:pt x="14263" y="586"/>
                      <a:pt x="14263" y="358"/>
                    </a:cubicBezTo>
                    <a:cubicBezTo>
                      <a:pt x="14263" y="172"/>
                      <a:pt x="14078" y="1"/>
                      <a:pt x="139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51"/>
              <p:cNvSpPr/>
              <p:nvPr/>
            </p:nvSpPr>
            <p:spPr>
              <a:xfrm rot="-5400000">
                <a:off x="5858989" y="3544234"/>
                <a:ext cx="1460429" cy="62114"/>
              </a:xfrm>
              <a:custGeom>
                <a:avLst/>
                <a:gdLst/>
                <a:ahLst/>
                <a:cxnLst/>
                <a:rect l="l" t="t" r="r" b="b"/>
                <a:pathLst>
                  <a:path w="33575" h="1428" extrusionOk="0">
                    <a:moveTo>
                      <a:pt x="0" y="1"/>
                    </a:moveTo>
                    <a:lnTo>
                      <a:pt x="0" y="243"/>
                    </a:lnTo>
                    <a:lnTo>
                      <a:pt x="18542" y="243"/>
                    </a:lnTo>
                    <a:lnTo>
                      <a:pt x="19483" y="1185"/>
                    </a:lnTo>
                    <a:lnTo>
                      <a:pt x="32862" y="1185"/>
                    </a:lnTo>
                    <a:cubicBezTo>
                      <a:pt x="32919" y="1313"/>
                      <a:pt x="33033" y="1427"/>
                      <a:pt x="33161" y="1427"/>
                    </a:cubicBezTo>
                    <a:cubicBezTo>
                      <a:pt x="33389" y="1427"/>
                      <a:pt x="33575" y="1256"/>
                      <a:pt x="33575" y="1013"/>
                    </a:cubicBezTo>
                    <a:cubicBezTo>
                      <a:pt x="33575" y="828"/>
                      <a:pt x="33389" y="657"/>
                      <a:pt x="33161" y="657"/>
                    </a:cubicBezTo>
                    <a:cubicBezTo>
                      <a:pt x="32976" y="657"/>
                      <a:pt x="32862" y="771"/>
                      <a:pt x="32805" y="956"/>
                    </a:cubicBezTo>
                    <a:lnTo>
                      <a:pt x="19612" y="956"/>
                    </a:lnTo>
                    <a:lnTo>
                      <a:pt x="185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6" name="Google Shape;1056;p51"/>
          <p:cNvGrpSpPr/>
          <p:nvPr/>
        </p:nvGrpSpPr>
        <p:grpSpPr>
          <a:xfrm>
            <a:off x="7181728" y="2938818"/>
            <a:ext cx="1357857" cy="2848314"/>
            <a:chOff x="7181728" y="2938818"/>
            <a:chExt cx="1357857" cy="2848314"/>
          </a:xfrm>
        </p:grpSpPr>
        <p:grpSp>
          <p:nvGrpSpPr>
            <p:cNvPr id="1057" name="Google Shape;1057;p51"/>
            <p:cNvGrpSpPr/>
            <p:nvPr/>
          </p:nvGrpSpPr>
          <p:grpSpPr>
            <a:xfrm>
              <a:off x="7620438" y="2938818"/>
              <a:ext cx="919147" cy="2204676"/>
              <a:chOff x="3117442" y="2754471"/>
              <a:chExt cx="648978" cy="1556645"/>
            </a:xfrm>
          </p:grpSpPr>
          <p:sp>
            <p:nvSpPr>
              <p:cNvPr id="1058" name="Google Shape;1058;p51"/>
              <p:cNvSpPr/>
              <p:nvPr/>
            </p:nvSpPr>
            <p:spPr>
              <a:xfrm rot="-5400000">
                <a:off x="2522788" y="3592320"/>
                <a:ext cx="1313451" cy="124142"/>
              </a:xfrm>
              <a:custGeom>
                <a:avLst/>
                <a:gdLst/>
                <a:ahLst/>
                <a:cxnLst/>
                <a:rect l="l" t="t" r="r" b="b"/>
                <a:pathLst>
                  <a:path w="30196" h="2854" extrusionOk="0">
                    <a:moveTo>
                      <a:pt x="15276" y="1"/>
                    </a:moveTo>
                    <a:lnTo>
                      <a:pt x="12666" y="2625"/>
                    </a:lnTo>
                    <a:lnTo>
                      <a:pt x="1" y="2625"/>
                    </a:lnTo>
                    <a:lnTo>
                      <a:pt x="1" y="2854"/>
                    </a:lnTo>
                    <a:lnTo>
                      <a:pt x="12780" y="2854"/>
                    </a:lnTo>
                    <a:lnTo>
                      <a:pt x="15390" y="243"/>
                    </a:lnTo>
                    <a:lnTo>
                      <a:pt x="23235" y="243"/>
                    </a:lnTo>
                    <a:lnTo>
                      <a:pt x="25374" y="2383"/>
                    </a:lnTo>
                    <a:lnTo>
                      <a:pt x="29425" y="2383"/>
                    </a:lnTo>
                    <a:cubicBezTo>
                      <a:pt x="29482" y="2554"/>
                      <a:pt x="29596" y="2625"/>
                      <a:pt x="29782" y="2625"/>
                    </a:cubicBezTo>
                    <a:cubicBezTo>
                      <a:pt x="30010" y="2625"/>
                      <a:pt x="30195" y="2497"/>
                      <a:pt x="30195" y="2269"/>
                    </a:cubicBezTo>
                    <a:cubicBezTo>
                      <a:pt x="30195" y="2083"/>
                      <a:pt x="30010" y="1912"/>
                      <a:pt x="29782" y="1912"/>
                    </a:cubicBezTo>
                    <a:cubicBezTo>
                      <a:pt x="29653" y="1912"/>
                      <a:pt x="29482" y="1969"/>
                      <a:pt x="29425" y="2140"/>
                    </a:cubicBezTo>
                    <a:lnTo>
                      <a:pt x="25503" y="2140"/>
                    </a:lnTo>
                    <a:lnTo>
                      <a:pt x="23306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51"/>
              <p:cNvSpPr/>
              <p:nvPr/>
            </p:nvSpPr>
            <p:spPr>
              <a:xfrm rot="-5400000">
                <a:off x="3104412" y="3972336"/>
                <a:ext cx="644024" cy="33537"/>
              </a:xfrm>
              <a:custGeom>
                <a:avLst/>
                <a:gdLst/>
                <a:ahLst/>
                <a:cxnLst/>
                <a:rect l="l" t="t" r="r" b="b"/>
                <a:pathLst>
                  <a:path w="14806" h="771" extrusionOk="0">
                    <a:moveTo>
                      <a:pt x="14392" y="1"/>
                    </a:moveTo>
                    <a:cubicBezTo>
                      <a:pt x="14264" y="1"/>
                      <a:pt x="14092" y="115"/>
                      <a:pt x="14035" y="300"/>
                    </a:cubicBezTo>
                    <a:lnTo>
                      <a:pt x="1" y="300"/>
                    </a:lnTo>
                    <a:lnTo>
                      <a:pt x="1" y="543"/>
                    </a:lnTo>
                    <a:lnTo>
                      <a:pt x="14035" y="543"/>
                    </a:lnTo>
                    <a:cubicBezTo>
                      <a:pt x="14092" y="657"/>
                      <a:pt x="14264" y="771"/>
                      <a:pt x="14392" y="771"/>
                    </a:cubicBezTo>
                    <a:cubicBezTo>
                      <a:pt x="14620" y="771"/>
                      <a:pt x="14806" y="600"/>
                      <a:pt x="14806" y="414"/>
                    </a:cubicBezTo>
                    <a:cubicBezTo>
                      <a:pt x="14806" y="186"/>
                      <a:pt x="14620" y="1"/>
                      <a:pt x="1439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51"/>
              <p:cNvSpPr/>
              <p:nvPr/>
            </p:nvSpPr>
            <p:spPr>
              <a:xfrm rot="-5400000">
                <a:off x="3456174" y="4000870"/>
                <a:ext cx="452331" cy="168161"/>
              </a:xfrm>
              <a:custGeom>
                <a:avLst/>
                <a:gdLst/>
                <a:ahLst/>
                <a:cxnLst/>
                <a:rect l="l" t="t" r="r" b="b"/>
                <a:pathLst>
                  <a:path w="10399" h="3866" extrusionOk="0">
                    <a:moveTo>
                      <a:pt x="1" y="1"/>
                    </a:moveTo>
                    <a:lnTo>
                      <a:pt x="1" y="243"/>
                    </a:lnTo>
                    <a:lnTo>
                      <a:pt x="9928" y="243"/>
                    </a:lnTo>
                    <a:lnTo>
                      <a:pt x="9928" y="3153"/>
                    </a:lnTo>
                    <a:cubicBezTo>
                      <a:pt x="9757" y="3153"/>
                      <a:pt x="9628" y="3338"/>
                      <a:pt x="9628" y="3509"/>
                    </a:cubicBezTo>
                    <a:cubicBezTo>
                      <a:pt x="9628" y="3695"/>
                      <a:pt x="9814" y="3866"/>
                      <a:pt x="10042" y="3866"/>
                    </a:cubicBezTo>
                    <a:cubicBezTo>
                      <a:pt x="10227" y="3866"/>
                      <a:pt x="10398" y="3695"/>
                      <a:pt x="10398" y="3509"/>
                    </a:cubicBezTo>
                    <a:cubicBezTo>
                      <a:pt x="10398" y="3338"/>
                      <a:pt x="10284" y="3153"/>
                      <a:pt x="10170" y="3153"/>
                    </a:cubicBezTo>
                    <a:lnTo>
                      <a:pt x="101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51"/>
              <p:cNvSpPr/>
              <p:nvPr/>
            </p:nvSpPr>
            <p:spPr>
              <a:xfrm rot="-5400000">
                <a:off x="3085206" y="3642908"/>
                <a:ext cx="1140330" cy="196087"/>
              </a:xfrm>
              <a:custGeom>
                <a:avLst/>
                <a:gdLst/>
                <a:ahLst/>
                <a:cxnLst/>
                <a:rect l="l" t="t" r="r" b="b"/>
                <a:pathLst>
                  <a:path w="26216" h="4508" extrusionOk="0">
                    <a:moveTo>
                      <a:pt x="25859" y="0"/>
                    </a:moveTo>
                    <a:cubicBezTo>
                      <a:pt x="25674" y="0"/>
                      <a:pt x="25560" y="114"/>
                      <a:pt x="25503" y="229"/>
                    </a:cubicBezTo>
                    <a:lnTo>
                      <a:pt x="16531" y="229"/>
                    </a:lnTo>
                    <a:lnTo>
                      <a:pt x="12481" y="4279"/>
                    </a:lnTo>
                    <a:lnTo>
                      <a:pt x="11240" y="4279"/>
                    </a:lnTo>
                    <a:lnTo>
                      <a:pt x="11240" y="57"/>
                    </a:lnTo>
                    <a:lnTo>
                      <a:pt x="1" y="57"/>
                    </a:lnTo>
                    <a:lnTo>
                      <a:pt x="1" y="286"/>
                    </a:lnTo>
                    <a:lnTo>
                      <a:pt x="10997" y="286"/>
                    </a:lnTo>
                    <a:lnTo>
                      <a:pt x="10997" y="4507"/>
                    </a:lnTo>
                    <a:lnTo>
                      <a:pt x="12609" y="4507"/>
                    </a:lnTo>
                    <a:lnTo>
                      <a:pt x="16645" y="471"/>
                    </a:lnTo>
                    <a:lnTo>
                      <a:pt x="25503" y="471"/>
                    </a:lnTo>
                    <a:cubicBezTo>
                      <a:pt x="25560" y="642"/>
                      <a:pt x="25674" y="771"/>
                      <a:pt x="25859" y="771"/>
                    </a:cubicBezTo>
                    <a:cubicBezTo>
                      <a:pt x="26087" y="771"/>
                      <a:pt x="26216" y="585"/>
                      <a:pt x="26216" y="357"/>
                    </a:cubicBezTo>
                    <a:cubicBezTo>
                      <a:pt x="26216" y="171"/>
                      <a:pt x="26087" y="0"/>
                      <a:pt x="2585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51"/>
              <p:cNvSpPr/>
              <p:nvPr/>
            </p:nvSpPr>
            <p:spPr>
              <a:xfrm rot="-5400000">
                <a:off x="2913348" y="3546126"/>
                <a:ext cx="1336374" cy="193607"/>
              </a:xfrm>
              <a:custGeom>
                <a:avLst/>
                <a:gdLst/>
                <a:ahLst/>
                <a:cxnLst/>
                <a:rect l="l" t="t" r="r" b="b"/>
                <a:pathLst>
                  <a:path w="30723" h="4451" extrusionOk="0">
                    <a:moveTo>
                      <a:pt x="30309" y="1"/>
                    </a:moveTo>
                    <a:cubicBezTo>
                      <a:pt x="30195" y="1"/>
                      <a:pt x="30010" y="115"/>
                      <a:pt x="29953" y="300"/>
                    </a:cubicBezTo>
                    <a:lnTo>
                      <a:pt x="16232" y="300"/>
                    </a:lnTo>
                    <a:lnTo>
                      <a:pt x="12609" y="3866"/>
                    </a:lnTo>
                    <a:lnTo>
                      <a:pt x="12609" y="714"/>
                    </a:lnTo>
                    <a:lnTo>
                      <a:pt x="1" y="714"/>
                    </a:lnTo>
                    <a:lnTo>
                      <a:pt x="1" y="956"/>
                    </a:lnTo>
                    <a:lnTo>
                      <a:pt x="12367" y="956"/>
                    </a:lnTo>
                    <a:lnTo>
                      <a:pt x="12367" y="4451"/>
                    </a:lnTo>
                    <a:lnTo>
                      <a:pt x="16346" y="528"/>
                    </a:lnTo>
                    <a:lnTo>
                      <a:pt x="29953" y="528"/>
                    </a:lnTo>
                    <a:cubicBezTo>
                      <a:pt x="30010" y="657"/>
                      <a:pt x="30195" y="771"/>
                      <a:pt x="30309" y="771"/>
                    </a:cubicBezTo>
                    <a:cubicBezTo>
                      <a:pt x="30552" y="771"/>
                      <a:pt x="30723" y="600"/>
                      <a:pt x="30723" y="414"/>
                    </a:cubicBezTo>
                    <a:cubicBezTo>
                      <a:pt x="30723" y="172"/>
                      <a:pt x="30552" y="1"/>
                      <a:pt x="3030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51"/>
              <p:cNvSpPr/>
              <p:nvPr/>
            </p:nvSpPr>
            <p:spPr>
              <a:xfrm rot="-5400000">
                <a:off x="2875811" y="3622116"/>
                <a:ext cx="1233415" cy="144586"/>
              </a:xfrm>
              <a:custGeom>
                <a:avLst/>
                <a:gdLst/>
                <a:ahLst/>
                <a:cxnLst/>
                <a:rect l="l" t="t" r="r" b="b"/>
                <a:pathLst>
                  <a:path w="28356" h="3324" extrusionOk="0">
                    <a:moveTo>
                      <a:pt x="27942" y="0"/>
                    </a:moveTo>
                    <a:cubicBezTo>
                      <a:pt x="27813" y="0"/>
                      <a:pt x="27642" y="114"/>
                      <a:pt x="27585" y="228"/>
                    </a:cubicBezTo>
                    <a:lnTo>
                      <a:pt x="16175" y="228"/>
                    </a:lnTo>
                    <a:lnTo>
                      <a:pt x="13679" y="2796"/>
                    </a:lnTo>
                    <a:lnTo>
                      <a:pt x="13679" y="1127"/>
                    </a:lnTo>
                    <a:lnTo>
                      <a:pt x="1" y="1127"/>
                    </a:lnTo>
                    <a:lnTo>
                      <a:pt x="1" y="1369"/>
                    </a:lnTo>
                    <a:lnTo>
                      <a:pt x="13436" y="1369"/>
                    </a:lnTo>
                    <a:lnTo>
                      <a:pt x="13436" y="3323"/>
                    </a:lnTo>
                    <a:lnTo>
                      <a:pt x="16289" y="471"/>
                    </a:lnTo>
                    <a:lnTo>
                      <a:pt x="27585" y="471"/>
                    </a:lnTo>
                    <a:cubicBezTo>
                      <a:pt x="27642" y="656"/>
                      <a:pt x="27813" y="770"/>
                      <a:pt x="27942" y="770"/>
                    </a:cubicBezTo>
                    <a:cubicBezTo>
                      <a:pt x="28170" y="770"/>
                      <a:pt x="28355" y="585"/>
                      <a:pt x="28355" y="357"/>
                    </a:cubicBezTo>
                    <a:cubicBezTo>
                      <a:pt x="28355" y="171"/>
                      <a:pt x="28170" y="0"/>
                      <a:pt x="2794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51"/>
              <p:cNvSpPr/>
              <p:nvPr/>
            </p:nvSpPr>
            <p:spPr>
              <a:xfrm rot="-5400000">
                <a:off x="2601887" y="3552324"/>
                <a:ext cx="1419541" cy="98043"/>
              </a:xfrm>
              <a:custGeom>
                <a:avLst/>
                <a:gdLst/>
                <a:ahLst/>
                <a:cxnLst/>
                <a:rect l="l" t="t" r="r" b="b"/>
                <a:pathLst>
                  <a:path w="32635" h="2254" extrusionOk="0">
                    <a:moveTo>
                      <a:pt x="16289" y="0"/>
                    </a:moveTo>
                    <a:lnTo>
                      <a:pt x="14321" y="1897"/>
                    </a:lnTo>
                    <a:lnTo>
                      <a:pt x="1" y="1897"/>
                    </a:lnTo>
                    <a:lnTo>
                      <a:pt x="1" y="2140"/>
                    </a:lnTo>
                    <a:lnTo>
                      <a:pt x="14449" y="2140"/>
                    </a:lnTo>
                    <a:lnTo>
                      <a:pt x="16346" y="229"/>
                    </a:lnTo>
                    <a:lnTo>
                      <a:pt x="21395" y="229"/>
                    </a:lnTo>
                    <a:lnTo>
                      <a:pt x="23178" y="2012"/>
                    </a:lnTo>
                    <a:lnTo>
                      <a:pt x="31864" y="2012"/>
                    </a:lnTo>
                    <a:cubicBezTo>
                      <a:pt x="31921" y="2197"/>
                      <a:pt x="32092" y="2254"/>
                      <a:pt x="32221" y="2254"/>
                    </a:cubicBezTo>
                    <a:cubicBezTo>
                      <a:pt x="32449" y="2254"/>
                      <a:pt x="32634" y="2140"/>
                      <a:pt x="32634" y="1897"/>
                    </a:cubicBezTo>
                    <a:cubicBezTo>
                      <a:pt x="32634" y="1655"/>
                      <a:pt x="32449" y="1541"/>
                      <a:pt x="32221" y="1541"/>
                    </a:cubicBezTo>
                    <a:cubicBezTo>
                      <a:pt x="32035" y="1541"/>
                      <a:pt x="31921" y="1655"/>
                      <a:pt x="31864" y="1783"/>
                    </a:cubicBezTo>
                    <a:lnTo>
                      <a:pt x="23306" y="1783"/>
                    </a:lnTo>
                    <a:lnTo>
                      <a:pt x="2152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51"/>
              <p:cNvSpPr/>
              <p:nvPr/>
            </p:nvSpPr>
            <p:spPr>
              <a:xfrm rot="-5400000">
                <a:off x="2574592" y="3483446"/>
                <a:ext cx="1556645" cy="98696"/>
              </a:xfrm>
              <a:custGeom>
                <a:avLst/>
                <a:gdLst/>
                <a:ahLst/>
                <a:cxnLst/>
                <a:rect l="l" t="t" r="r" b="b"/>
                <a:pathLst>
                  <a:path w="35787" h="2269" extrusionOk="0">
                    <a:moveTo>
                      <a:pt x="16703" y="1"/>
                    </a:moveTo>
                    <a:lnTo>
                      <a:pt x="14806" y="1841"/>
                    </a:lnTo>
                    <a:lnTo>
                      <a:pt x="1" y="1841"/>
                    </a:lnTo>
                    <a:lnTo>
                      <a:pt x="1" y="2083"/>
                    </a:lnTo>
                    <a:lnTo>
                      <a:pt x="14920" y="2083"/>
                    </a:lnTo>
                    <a:lnTo>
                      <a:pt x="16760" y="243"/>
                    </a:lnTo>
                    <a:lnTo>
                      <a:pt x="20810" y="243"/>
                    </a:lnTo>
                    <a:lnTo>
                      <a:pt x="22593" y="2026"/>
                    </a:lnTo>
                    <a:lnTo>
                      <a:pt x="35002" y="2026"/>
                    </a:lnTo>
                    <a:cubicBezTo>
                      <a:pt x="35073" y="2140"/>
                      <a:pt x="35244" y="2269"/>
                      <a:pt x="35358" y="2269"/>
                    </a:cubicBezTo>
                    <a:cubicBezTo>
                      <a:pt x="35601" y="2269"/>
                      <a:pt x="35786" y="2083"/>
                      <a:pt x="35786" y="1912"/>
                    </a:cubicBezTo>
                    <a:cubicBezTo>
                      <a:pt x="35786" y="1670"/>
                      <a:pt x="35601" y="1484"/>
                      <a:pt x="35358" y="1484"/>
                    </a:cubicBezTo>
                    <a:cubicBezTo>
                      <a:pt x="35244" y="1484"/>
                      <a:pt x="35073" y="1613"/>
                      <a:pt x="35002" y="1784"/>
                    </a:cubicBezTo>
                    <a:lnTo>
                      <a:pt x="22650" y="1784"/>
                    </a:lnTo>
                    <a:lnTo>
                      <a:pt x="2092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51"/>
              <p:cNvSpPr/>
              <p:nvPr/>
            </p:nvSpPr>
            <p:spPr>
              <a:xfrm rot="-5400000">
                <a:off x="2516589" y="3511045"/>
                <a:ext cx="1499576" cy="100566"/>
              </a:xfrm>
              <a:custGeom>
                <a:avLst/>
                <a:gdLst/>
                <a:ahLst/>
                <a:cxnLst/>
                <a:rect l="l" t="t" r="r" b="b"/>
                <a:pathLst>
                  <a:path w="34475" h="2312" extrusionOk="0">
                    <a:moveTo>
                      <a:pt x="15747" y="1"/>
                    </a:moveTo>
                    <a:lnTo>
                      <a:pt x="13679" y="2012"/>
                    </a:lnTo>
                    <a:lnTo>
                      <a:pt x="1" y="2012"/>
                    </a:lnTo>
                    <a:lnTo>
                      <a:pt x="1" y="2254"/>
                    </a:lnTo>
                    <a:lnTo>
                      <a:pt x="13793" y="2254"/>
                    </a:lnTo>
                    <a:lnTo>
                      <a:pt x="15818" y="229"/>
                    </a:lnTo>
                    <a:lnTo>
                      <a:pt x="22108" y="229"/>
                    </a:lnTo>
                    <a:lnTo>
                      <a:pt x="24019" y="2069"/>
                    </a:lnTo>
                    <a:lnTo>
                      <a:pt x="33761" y="2069"/>
                    </a:lnTo>
                    <a:cubicBezTo>
                      <a:pt x="33818" y="2197"/>
                      <a:pt x="33932" y="2311"/>
                      <a:pt x="34117" y="2311"/>
                    </a:cubicBezTo>
                    <a:cubicBezTo>
                      <a:pt x="34289" y="2311"/>
                      <a:pt x="34474" y="2140"/>
                      <a:pt x="34474" y="1955"/>
                    </a:cubicBezTo>
                    <a:cubicBezTo>
                      <a:pt x="34474" y="1712"/>
                      <a:pt x="34289" y="1541"/>
                      <a:pt x="34117" y="1541"/>
                    </a:cubicBezTo>
                    <a:cubicBezTo>
                      <a:pt x="33932" y="1541"/>
                      <a:pt x="33761" y="1655"/>
                      <a:pt x="33761" y="1841"/>
                    </a:cubicBezTo>
                    <a:lnTo>
                      <a:pt x="24076" y="1841"/>
                    </a:lnTo>
                    <a:lnTo>
                      <a:pt x="2223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51"/>
              <p:cNvSpPr/>
              <p:nvPr/>
            </p:nvSpPr>
            <p:spPr>
              <a:xfrm rot="-5400000">
                <a:off x="2595407" y="3628314"/>
                <a:ext cx="1251380" cy="114224"/>
              </a:xfrm>
              <a:custGeom>
                <a:avLst/>
                <a:gdLst/>
                <a:ahLst/>
                <a:cxnLst/>
                <a:rect l="l" t="t" r="r" b="b"/>
                <a:pathLst>
                  <a:path w="28769" h="2626" extrusionOk="0">
                    <a:moveTo>
                      <a:pt x="15519" y="1"/>
                    </a:moveTo>
                    <a:lnTo>
                      <a:pt x="13137" y="2383"/>
                    </a:lnTo>
                    <a:lnTo>
                      <a:pt x="1" y="2383"/>
                    </a:lnTo>
                    <a:lnTo>
                      <a:pt x="1" y="2625"/>
                    </a:lnTo>
                    <a:lnTo>
                      <a:pt x="13251" y="2625"/>
                    </a:lnTo>
                    <a:lnTo>
                      <a:pt x="15633" y="243"/>
                    </a:lnTo>
                    <a:lnTo>
                      <a:pt x="22707" y="243"/>
                    </a:lnTo>
                    <a:lnTo>
                      <a:pt x="24547" y="2083"/>
                    </a:lnTo>
                    <a:lnTo>
                      <a:pt x="28056" y="2083"/>
                    </a:lnTo>
                    <a:cubicBezTo>
                      <a:pt x="28056" y="2268"/>
                      <a:pt x="28227" y="2383"/>
                      <a:pt x="28412" y="2383"/>
                    </a:cubicBezTo>
                    <a:cubicBezTo>
                      <a:pt x="28583" y="2383"/>
                      <a:pt x="28769" y="2197"/>
                      <a:pt x="28769" y="1969"/>
                    </a:cubicBezTo>
                    <a:cubicBezTo>
                      <a:pt x="28769" y="1784"/>
                      <a:pt x="28583" y="1612"/>
                      <a:pt x="28412" y="1612"/>
                    </a:cubicBezTo>
                    <a:cubicBezTo>
                      <a:pt x="28227" y="1612"/>
                      <a:pt x="28113" y="1726"/>
                      <a:pt x="28056" y="1841"/>
                    </a:cubicBezTo>
                    <a:lnTo>
                      <a:pt x="24661" y="1841"/>
                    </a:lnTo>
                    <a:lnTo>
                      <a:pt x="2282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8" name="Google Shape;1068;p51"/>
            <p:cNvGrpSpPr/>
            <p:nvPr/>
          </p:nvGrpSpPr>
          <p:grpSpPr>
            <a:xfrm>
              <a:off x="7181728" y="3862376"/>
              <a:ext cx="549893" cy="1924756"/>
              <a:chOff x="7780935" y="2930680"/>
              <a:chExt cx="392780" cy="1374825"/>
            </a:xfrm>
          </p:grpSpPr>
          <p:sp>
            <p:nvSpPr>
              <p:cNvPr id="1069" name="Google Shape;1069;p51"/>
              <p:cNvSpPr/>
              <p:nvPr/>
            </p:nvSpPr>
            <p:spPr>
              <a:xfrm rot="-5400000">
                <a:off x="7866274" y="3998065"/>
                <a:ext cx="449808" cy="165073"/>
              </a:xfrm>
              <a:custGeom>
                <a:avLst/>
                <a:gdLst/>
                <a:ahLst/>
                <a:cxnLst/>
                <a:rect l="l" t="t" r="r" b="b"/>
                <a:pathLst>
                  <a:path w="10341" h="3795" extrusionOk="0">
                    <a:moveTo>
                      <a:pt x="0" y="0"/>
                    </a:moveTo>
                    <a:lnTo>
                      <a:pt x="0" y="229"/>
                    </a:lnTo>
                    <a:lnTo>
                      <a:pt x="9856" y="229"/>
                    </a:lnTo>
                    <a:lnTo>
                      <a:pt x="9856" y="3081"/>
                    </a:lnTo>
                    <a:cubicBezTo>
                      <a:pt x="9685" y="3081"/>
                      <a:pt x="9556" y="3267"/>
                      <a:pt x="9556" y="3438"/>
                    </a:cubicBezTo>
                    <a:cubicBezTo>
                      <a:pt x="9556" y="3623"/>
                      <a:pt x="9742" y="3794"/>
                      <a:pt x="9984" y="3794"/>
                    </a:cubicBezTo>
                    <a:cubicBezTo>
                      <a:pt x="10155" y="3794"/>
                      <a:pt x="10341" y="3623"/>
                      <a:pt x="10341" y="3438"/>
                    </a:cubicBezTo>
                    <a:cubicBezTo>
                      <a:pt x="10341" y="3267"/>
                      <a:pt x="10212" y="3081"/>
                      <a:pt x="10098" y="3081"/>
                    </a:cubicBezTo>
                    <a:lnTo>
                      <a:pt x="1009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51"/>
              <p:cNvSpPr/>
              <p:nvPr/>
            </p:nvSpPr>
            <p:spPr>
              <a:xfrm rot="-5400000">
                <a:off x="7822212" y="3954002"/>
                <a:ext cx="498829" cy="204177"/>
              </a:xfrm>
              <a:custGeom>
                <a:avLst/>
                <a:gdLst/>
                <a:ahLst/>
                <a:cxnLst/>
                <a:rect l="l" t="t" r="r" b="b"/>
                <a:pathLst>
                  <a:path w="11468" h="4694" extrusionOk="0">
                    <a:moveTo>
                      <a:pt x="0" y="1"/>
                    </a:moveTo>
                    <a:lnTo>
                      <a:pt x="0" y="243"/>
                    </a:lnTo>
                    <a:lnTo>
                      <a:pt x="10925" y="243"/>
                    </a:lnTo>
                    <a:lnTo>
                      <a:pt x="10925" y="3980"/>
                    </a:lnTo>
                    <a:cubicBezTo>
                      <a:pt x="10811" y="3980"/>
                      <a:pt x="10697" y="4166"/>
                      <a:pt x="10697" y="4337"/>
                    </a:cubicBezTo>
                    <a:cubicBezTo>
                      <a:pt x="10697" y="4522"/>
                      <a:pt x="10868" y="4693"/>
                      <a:pt x="11054" y="4693"/>
                    </a:cubicBezTo>
                    <a:cubicBezTo>
                      <a:pt x="11282" y="4693"/>
                      <a:pt x="11467" y="4522"/>
                      <a:pt x="11467" y="4337"/>
                    </a:cubicBezTo>
                    <a:cubicBezTo>
                      <a:pt x="11467" y="4166"/>
                      <a:pt x="11339" y="3980"/>
                      <a:pt x="11168" y="3980"/>
                    </a:cubicBezTo>
                    <a:lnTo>
                      <a:pt x="1116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51"/>
              <p:cNvSpPr/>
              <p:nvPr/>
            </p:nvSpPr>
            <p:spPr>
              <a:xfrm rot="-5400000">
                <a:off x="7418033" y="3559740"/>
                <a:ext cx="1266256" cy="225274"/>
              </a:xfrm>
              <a:custGeom>
                <a:avLst/>
                <a:gdLst/>
                <a:ahLst/>
                <a:cxnLst/>
                <a:rect l="l" t="t" r="r" b="b"/>
                <a:pathLst>
                  <a:path w="29111" h="5179" extrusionOk="0">
                    <a:moveTo>
                      <a:pt x="0" y="1"/>
                    </a:moveTo>
                    <a:lnTo>
                      <a:pt x="0" y="243"/>
                    </a:lnTo>
                    <a:lnTo>
                      <a:pt x="11995" y="243"/>
                    </a:lnTo>
                    <a:lnTo>
                      <a:pt x="11995" y="5178"/>
                    </a:lnTo>
                    <a:lnTo>
                      <a:pt x="16631" y="5178"/>
                    </a:lnTo>
                    <a:lnTo>
                      <a:pt x="20909" y="828"/>
                    </a:lnTo>
                    <a:lnTo>
                      <a:pt x="28340" y="828"/>
                    </a:lnTo>
                    <a:cubicBezTo>
                      <a:pt x="28397" y="1013"/>
                      <a:pt x="28526" y="1127"/>
                      <a:pt x="28697" y="1127"/>
                    </a:cubicBezTo>
                    <a:cubicBezTo>
                      <a:pt x="28939" y="1127"/>
                      <a:pt x="29111" y="956"/>
                      <a:pt x="29111" y="714"/>
                    </a:cubicBezTo>
                    <a:cubicBezTo>
                      <a:pt x="29111" y="543"/>
                      <a:pt x="28939" y="357"/>
                      <a:pt x="28697" y="357"/>
                    </a:cubicBezTo>
                    <a:cubicBezTo>
                      <a:pt x="28583" y="357"/>
                      <a:pt x="28397" y="471"/>
                      <a:pt x="28340" y="600"/>
                    </a:cubicBezTo>
                    <a:lnTo>
                      <a:pt x="20852" y="600"/>
                    </a:lnTo>
                    <a:lnTo>
                      <a:pt x="16516" y="4936"/>
                    </a:lnTo>
                    <a:lnTo>
                      <a:pt x="12238" y="4936"/>
                    </a:lnTo>
                    <a:lnTo>
                      <a:pt x="1223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51"/>
              <p:cNvSpPr/>
              <p:nvPr/>
            </p:nvSpPr>
            <p:spPr>
              <a:xfrm rot="-5400000">
                <a:off x="7317206" y="3505455"/>
                <a:ext cx="1374825" cy="225274"/>
              </a:xfrm>
              <a:custGeom>
                <a:avLst/>
                <a:gdLst/>
                <a:ahLst/>
                <a:cxnLst/>
                <a:rect l="l" t="t" r="r" b="b"/>
                <a:pathLst>
                  <a:path w="31607" h="5179" extrusionOk="0">
                    <a:moveTo>
                      <a:pt x="0" y="1"/>
                    </a:moveTo>
                    <a:lnTo>
                      <a:pt x="0" y="243"/>
                    </a:lnTo>
                    <a:lnTo>
                      <a:pt x="13065" y="243"/>
                    </a:lnTo>
                    <a:lnTo>
                      <a:pt x="13065" y="5178"/>
                    </a:lnTo>
                    <a:lnTo>
                      <a:pt x="15917" y="5178"/>
                    </a:lnTo>
                    <a:lnTo>
                      <a:pt x="20382" y="714"/>
                    </a:lnTo>
                    <a:lnTo>
                      <a:pt x="30836" y="714"/>
                    </a:lnTo>
                    <a:cubicBezTo>
                      <a:pt x="30893" y="900"/>
                      <a:pt x="31022" y="1014"/>
                      <a:pt x="31193" y="1014"/>
                    </a:cubicBezTo>
                    <a:cubicBezTo>
                      <a:pt x="31435" y="1014"/>
                      <a:pt x="31607" y="828"/>
                      <a:pt x="31607" y="600"/>
                    </a:cubicBezTo>
                    <a:cubicBezTo>
                      <a:pt x="31607" y="415"/>
                      <a:pt x="31435" y="243"/>
                      <a:pt x="31193" y="243"/>
                    </a:cubicBezTo>
                    <a:cubicBezTo>
                      <a:pt x="31079" y="243"/>
                      <a:pt x="30893" y="358"/>
                      <a:pt x="30836" y="472"/>
                    </a:cubicBezTo>
                    <a:lnTo>
                      <a:pt x="20253" y="472"/>
                    </a:lnTo>
                    <a:lnTo>
                      <a:pt x="15803" y="4936"/>
                    </a:lnTo>
                    <a:lnTo>
                      <a:pt x="13307" y="4936"/>
                    </a:lnTo>
                    <a:lnTo>
                      <a:pt x="1330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51"/>
              <p:cNvSpPr/>
              <p:nvPr/>
            </p:nvSpPr>
            <p:spPr>
              <a:xfrm rot="-5400000">
                <a:off x="7374298" y="3624573"/>
                <a:ext cx="1144680" cy="217183"/>
              </a:xfrm>
              <a:custGeom>
                <a:avLst/>
                <a:gdLst/>
                <a:ahLst/>
                <a:cxnLst/>
                <a:rect l="l" t="t" r="r" b="b"/>
                <a:pathLst>
                  <a:path w="26316" h="4993" extrusionOk="0">
                    <a:moveTo>
                      <a:pt x="25901" y="0"/>
                    </a:moveTo>
                    <a:cubicBezTo>
                      <a:pt x="25730" y="0"/>
                      <a:pt x="25602" y="114"/>
                      <a:pt x="25545" y="228"/>
                    </a:cubicBezTo>
                    <a:lnTo>
                      <a:pt x="20253" y="228"/>
                    </a:lnTo>
                    <a:lnTo>
                      <a:pt x="15689" y="4750"/>
                    </a:lnTo>
                    <a:lnTo>
                      <a:pt x="14491" y="4750"/>
                    </a:lnTo>
                    <a:lnTo>
                      <a:pt x="14491" y="171"/>
                    </a:lnTo>
                    <a:lnTo>
                      <a:pt x="0" y="171"/>
                    </a:lnTo>
                    <a:lnTo>
                      <a:pt x="0" y="414"/>
                    </a:lnTo>
                    <a:lnTo>
                      <a:pt x="14263" y="414"/>
                    </a:lnTo>
                    <a:lnTo>
                      <a:pt x="14263" y="4992"/>
                    </a:lnTo>
                    <a:lnTo>
                      <a:pt x="15803" y="4992"/>
                    </a:lnTo>
                    <a:lnTo>
                      <a:pt x="20325" y="471"/>
                    </a:lnTo>
                    <a:lnTo>
                      <a:pt x="25545" y="471"/>
                    </a:lnTo>
                    <a:cubicBezTo>
                      <a:pt x="25602" y="642"/>
                      <a:pt x="25787" y="713"/>
                      <a:pt x="25901" y="713"/>
                    </a:cubicBezTo>
                    <a:cubicBezTo>
                      <a:pt x="26144" y="713"/>
                      <a:pt x="26315" y="585"/>
                      <a:pt x="26315" y="357"/>
                    </a:cubicBezTo>
                    <a:cubicBezTo>
                      <a:pt x="26315" y="171"/>
                      <a:pt x="26144" y="0"/>
                      <a:pt x="2590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51"/>
              <p:cNvSpPr/>
              <p:nvPr/>
            </p:nvSpPr>
            <p:spPr>
              <a:xfrm rot="-5400000">
                <a:off x="7256398" y="3576791"/>
                <a:ext cx="1253250" cy="204177"/>
              </a:xfrm>
              <a:custGeom>
                <a:avLst/>
                <a:gdLst/>
                <a:ahLst/>
                <a:cxnLst/>
                <a:rect l="l" t="t" r="r" b="b"/>
                <a:pathLst>
                  <a:path w="28812" h="4694" extrusionOk="0">
                    <a:moveTo>
                      <a:pt x="28397" y="1"/>
                    </a:moveTo>
                    <a:cubicBezTo>
                      <a:pt x="28283" y="1"/>
                      <a:pt x="28098" y="115"/>
                      <a:pt x="28041" y="243"/>
                    </a:cubicBezTo>
                    <a:lnTo>
                      <a:pt x="19540" y="243"/>
                    </a:lnTo>
                    <a:lnTo>
                      <a:pt x="15618" y="4166"/>
                    </a:lnTo>
                    <a:lnTo>
                      <a:pt x="15618" y="172"/>
                    </a:lnTo>
                    <a:lnTo>
                      <a:pt x="0" y="172"/>
                    </a:lnTo>
                    <a:lnTo>
                      <a:pt x="0" y="415"/>
                    </a:lnTo>
                    <a:lnTo>
                      <a:pt x="15390" y="415"/>
                    </a:lnTo>
                    <a:lnTo>
                      <a:pt x="15390" y="4693"/>
                    </a:lnTo>
                    <a:lnTo>
                      <a:pt x="19669" y="472"/>
                    </a:lnTo>
                    <a:lnTo>
                      <a:pt x="28041" y="472"/>
                    </a:lnTo>
                    <a:cubicBezTo>
                      <a:pt x="28098" y="657"/>
                      <a:pt x="28226" y="771"/>
                      <a:pt x="28397" y="771"/>
                    </a:cubicBezTo>
                    <a:cubicBezTo>
                      <a:pt x="28640" y="771"/>
                      <a:pt x="28811" y="600"/>
                      <a:pt x="28811" y="357"/>
                    </a:cubicBezTo>
                    <a:cubicBezTo>
                      <a:pt x="28811" y="172"/>
                      <a:pt x="28640" y="1"/>
                      <a:pt x="2839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2629672269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89521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 dirty="0">
                <a:latin typeface="Play" panose="020B0604020202020204" charset="0"/>
              </a:rPr>
              <a:t>Software Requirements</a:t>
            </a:r>
            <a:endParaRPr sz="3300" b="1" dirty="0">
              <a:latin typeface="Play" panose="020B060402020202020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28777" y="1116757"/>
            <a:ext cx="4086446" cy="4026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5450" lvl="0" indent="-285750" algn="just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Django Web Framework</a:t>
            </a:r>
          </a:p>
          <a:p>
            <a:pPr marL="425450" indent="-285750" algn="just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MS SQL Server</a:t>
            </a:r>
          </a:p>
          <a:p>
            <a:pPr marL="425450" indent="-285750" algn="just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Azure Cloud Service</a:t>
            </a:r>
          </a:p>
          <a:p>
            <a:pPr marL="425450" indent="-285750" algn="just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Python 3.9 and above</a:t>
            </a:r>
          </a:p>
          <a:p>
            <a:pPr marL="425450" indent="-285750" algn="just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Pandas, Stat Model, </a:t>
            </a:r>
            <a:r>
              <a:rPr lang="en-US" sz="1400" b="1" dirty="0" err="1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Sklearn</a:t>
            </a:r>
            <a:r>
              <a:rPr lang="en-US" sz="1400" b="1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  <a:p>
            <a:pPr marL="425450" indent="-285750" algn="just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MS Power BI</a:t>
            </a:r>
          </a:p>
          <a:p>
            <a:pPr marL="425450" indent="-285750" algn="just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Version Control: </a:t>
            </a:r>
            <a:r>
              <a:rPr lang="en-US" sz="1400" b="1" dirty="0" err="1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Github</a:t>
            </a:r>
            <a:endParaRPr lang="en-US" sz="1400" b="1"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25450" indent="-285750" algn="just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AI Tool “ Chat GPT – Copilot – Gemini”</a:t>
            </a:r>
          </a:p>
          <a:p>
            <a:pPr marL="425450" indent="-285750" algn="just">
              <a:lnSpc>
                <a:spcPct val="150000"/>
              </a:lnSpc>
              <a:spcBef>
                <a:spcPts val="1000"/>
              </a:spcBef>
              <a:buClr>
                <a:schemeClr val="tx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MS Excel	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300" b="1" dirty="0">
                <a:latin typeface="Play" panose="020B0604020202020204" charset="0"/>
              </a:rPr>
              <a:t>Project Development</a:t>
            </a:r>
            <a:endParaRPr sz="3300" b="1" dirty="0">
              <a:latin typeface="Play" panose="020B0604020202020204" charset="0"/>
            </a:endParaRPr>
          </a:p>
        </p:txBody>
      </p:sp>
      <p:sp>
        <p:nvSpPr>
          <p:cNvPr id="855" name="Google Shape;855;p38"/>
          <p:cNvSpPr txBox="1">
            <a:spLocks noGrp="1"/>
          </p:cNvSpPr>
          <p:nvPr>
            <p:ph type="subTitle" idx="1"/>
          </p:nvPr>
        </p:nvSpPr>
        <p:spPr>
          <a:xfrm>
            <a:off x="1795635" y="1684747"/>
            <a:ext cx="2523900" cy="51415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>
                <a:latin typeface="Play" panose="020B0604020202020204" charset="0"/>
              </a:rPr>
              <a:t>Django Web App</a:t>
            </a:r>
          </a:p>
        </p:txBody>
      </p:sp>
      <p:sp>
        <p:nvSpPr>
          <p:cNvPr id="856" name="Google Shape;856;p38"/>
          <p:cNvSpPr txBox="1">
            <a:spLocks noGrp="1"/>
          </p:cNvSpPr>
          <p:nvPr>
            <p:ph type="subTitle" idx="2"/>
          </p:nvPr>
        </p:nvSpPr>
        <p:spPr>
          <a:xfrm>
            <a:off x="4923475" y="1684747"/>
            <a:ext cx="2523900" cy="4863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b="1" dirty="0">
                <a:latin typeface="Play" panose="020B0604020202020204" charset="0"/>
              </a:rPr>
              <a:t>SQL Database</a:t>
            </a:r>
          </a:p>
        </p:txBody>
      </p:sp>
      <p:sp>
        <p:nvSpPr>
          <p:cNvPr id="857" name="Google Shape;857;p38"/>
          <p:cNvSpPr txBox="1">
            <a:spLocks noGrp="1"/>
          </p:cNvSpPr>
          <p:nvPr>
            <p:ph type="subTitle" idx="3"/>
          </p:nvPr>
        </p:nvSpPr>
        <p:spPr>
          <a:xfrm>
            <a:off x="1509162" y="2719566"/>
            <a:ext cx="3096846" cy="5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b="1" dirty="0">
                <a:latin typeface="Play" panose="020B0604020202020204" charset="0"/>
              </a:rPr>
              <a:t>Populated Database</a:t>
            </a:r>
          </a:p>
        </p:txBody>
      </p:sp>
      <p:sp>
        <p:nvSpPr>
          <p:cNvPr id="858" name="Google Shape;858;p38"/>
          <p:cNvSpPr txBox="1">
            <a:spLocks noGrp="1"/>
          </p:cNvSpPr>
          <p:nvPr>
            <p:ph type="subTitle" idx="4"/>
          </p:nvPr>
        </p:nvSpPr>
        <p:spPr>
          <a:xfrm>
            <a:off x="4923475" y="2719566"/>
            <a:ext cx="2523900" cy="5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>
                <a:latin typeface="Play" panose="020B0604020202020204" charset="0"/>
              </a:rPr>
              <a:t>Azure Deployment</a:t>
            </a:r>
          </a:p>
        </p:txBody>
      </p:sp>
      <p:sp>
        <p:nvSpPr>
          <p:cNvPr id="851" name="Google Shape;851;p38"/>
          <p:cNvSpPr txBox="1">
            <a:spLocks noGrp="1"/>
          </p:cNvSpPr>
          <p:nvPr>
            <p:ph type="title" idx="5"/>
          </p:nvPr>
        </p:nvSpPr>
        <p:spPr>
          <a:xfrm>
            <a:off x="2674035" y="1139458"/>
            <a:ext cx="767100" cy="5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Play" panose="020B0604020202020204" charset="0"/>
              </a:rPr>
              <a:t>01</a:t>
            </a:r>
            <a:endParaRPr sz="2800" b="1" dirty="0">
              <a:latin typeface="Play" panose="020B0604020202020204" charset="0"/>
            </a:endParaRPr>
          </a:p>
        </p:txBody>
      </p:sp>
      <p:sp>
        <p:nvSpPr>
          <p:cNvPr id="854" name="Google Shape;854;p38"/>
          <p:cNvSpPr txBox="1">
            <a:spLocks noGrp="1"/>
          </p:cNvSpPr>
          <p:nvPr>
            <p:ph type="title" idx="6"/>
          </p:nvPr>
        </p:nvSpPr>
        <p:spPr>
          <a:xfrm>
            <a:off x="2674035" y="2169765"/>
            <a:ext cx="767100" cy="5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800" b="1" dirty="0">
                <a:latin typeface="Play" panose="020B0604020202020204" charset="0"/>
              </a:rPr>
              <a:t>03</a:t>
            </a:r>
            <a:endParaRPr sz="2800" b="1" dirty="0">
              <a:latin typeface="Play" panose="020B0604020202020204" charset="0"/>
            </a:endParaRPr>
          </a:p>
        </p:txBody>
      </p:sp>
      <p:sp>
        <p:nvSpPr>
          <p:cNvPr id="852" name="Google Shape;852;p38"/>
          <p:cNvSpPr txBox="1">
            <a:spLocks noGrp="1"/>
          </p:cNvSpPr>
          <p:nvPr>
            <p:ph type="title" idx="7"/>
          </p:nvPr>
        </p:nvSpPr>
        <p:spPr>
          <a:xfrm>
            <a:off x="5801875" y="1139458"/>
            <a:ext cx="767100" cy="5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800" b="1" dirty="0">
                <a:latin typeface="Play" panose="020B0604020202020204" charset="0"/>
              </a:rPr>
              <a:t>02</a:t>
            </a:r>
            <a:endParaRPr sz="2800" b="1" dirty="0">
              <a:latin typeface="Play" panose="020B0604020202020204" charset="0"/>
            </a:endParaRPr>
          </a:p>
        </p:txBody>
      </p:sp>
      <p:sp>
        <p:nvSpPr>
          <p:cNvPr id="853" name="Google Shape;853;p38"/>
          <p:cNvSpPr txBox="1">
            <a:spLocks noGrp="1"/>
          </p:cNvSpPr>
          <p:nvPr>
            <p:ph type="title" idx="8"/>
          </p:nvPr>
        </p:nvSpPr>
        <p:spPr>
          <a:xfrm>
            <a:off x="5801875" y="2169765"/>
            <a:ext cx="767100" cy="5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Play" panose="020B0604020202020204" charset="0"/>
              </a:rPr>
              <a:t>04</a:t>
            </a:r>
            <a:endParaRPr sz="2800" b="1" dirty="0">
              <a:latin typeface="Play" panose="020B0604020202020204" charset="0"/>
            </a:endParaRPr>
          </a:p>
        </p:txBody>
      </p:sp>
      <p:sp>
        <p:nvSpPr>
          <p:cNvPr id="20" name="Google Shape;858;p38"/>
          <p:cNvSpPr txBox="1">
            <a:spLocks noGrp="1"/>
          </p:cNvSpPr>
          <p:nvPr>
            <p:ph type="subTitle" idx="9"/>
          </p:nvPr>
        </p:nvSpPr>
        <p:spPr>
          <a:xfrm>
            <a:off x="1191695" y="3779268"/>
            <a:ext cx="3731780" cy="40705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buSzPts val="1400"/>
            </a:pPr>
            <a:r>
              <a:rPr lang="en-US" sz="1400" b="1" dirty="0" err="1">
                <a:latin typeface="Play" panose="020B0604020202020204" charset="0"/>
                <a:ea typeface="+mn-ea"/>
                <a:cs typeface="+mn-cs"/>
              </a:rPr>
              <a:t>Github</a:t>
            </a:r>
            <a:r>
              <a:rPr lang="en-US" sz="1400" b="1" dirty="0">
                <a:latin typeface="Play" panose="020B0604020202020204" charset="0"/>
                <a:ea typeface="+mn-ea"/>
                <a:cs typeface="+mn-cs"/>
              </a:rPr>
              <a:t> Pipeline Deployment</a:t>
            </a:r>
          </a:p>
        </p:txBody>
      </p:sp>
      <p:sp>
        <p:nvSpPr>
          <p:cNvPr id="14" name="Google Shape;858;p38"/>
          <p:cNvSpPr txBox="1">
            <a:spLocks noGrp="1"/>
          </p:cNvSpPr>
          <p:nvPr>
            <p:ph type="subTitle" idx="4294967295"/>
          </p:nvPr>
        </p:nvSpPr>
        <p:spPr>
          <a:xfrm>
            <a:off x="5022932" y="3781089"/>
            <a:ext cx="2324986" cy="4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spcAft>
                <a:spcPts val="0"/>
              </a:spcAft>
              <a:buSzPts val="1400"/>
              <a:buNone/>
            </a:pPr>
            <a:r>
              <a:rPr lang="en-US" sz="1400" b="1" dirty="0" smtClean="0">
                <a:latin typeface="Play" panose="020B0604020202020204" charset="0"/>
                <a:ea typeface="+mn-ea"/>
                <a:cs typeface="+mn-cs"/>
              </a:rPr>
              <a:t>Data Warehouse Pipeline</a:t>
            </a:r>
            <a:endParaRPr lang="en-US" sz="1400" b="1" dirty="0">
              <a:latin typeface="Play" panose="020B0604020202020204" charset="0"/>
              <a:ea typeface="+mn-ea"/>
              <a:cs typeface="+mn-cs"/>
            </a:endParaRPr>
          </a:p>
        </p:txBody>
      </p:sp>
      <p:sp>
        <p:nvSpPr>
          <p:cNvPr id="19" name="Google Shape;853;p38"/>
          <p:cNvSpPr txBox="1">
            <a:spLocks/>
          </p:cNvSpPr>
          <p:nvPr/>
        </p:nvSpPr>
        <p:spPr>
          <a:xfrm>
            <a:off x="2674035" y="3229467"/>
            <a:ext cx="7671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" sz="2800" b="1" cap="all" dirty="0">
                <a:ln w="3175" cmpd="sng">
                  <a:noFill/>
                </a:ln>
                <a:solidFill>
                  <a:schemeClr val="tx1"/>
                </a:solidFill>
                <a:latin typeface="Play" panose="020B0604020202020204" charset="0"/>
                <a:ea typeface="+mj-ea"/>
                <a:cs typeface="+mj-cs"/>
              </a:rPr>
              <a:t>05</a:t>
            </a:r>
          </a:p>
        </p:txBody>
      </p:sp>
      <p:sp>
        <p:nvSpPr>
          <p:cNvPr id="15" name="Google Shape;853;p38"/>
          <p:cNvSpPr txBox="1">
            <a:spLocks/>
          </p:cNvSpPr>
          <p:nvPr/>
        </p:nvSpPr>
        <p:spPr>
          <a:xfrm>
            <a:off x="5800802" y="3229467"/>
            <a:ext cx="769247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" sz="2800" b="1" cap="all" dirty="0" smtClean="0">
                <a:ln w="3175" cmpd="sng">
                  <a:noFill/>
                </a:ln>
                <a:solidFill>
                  <a:schemeClr val="tx1"/>
                </a:solidFill>
                <a:latin typeface="Play" panose="020B0604020202020204" charset="0"/>
                <a:ea typeface="+mj-ea"/>
                <a:cs typeface="+mj-cs"/>
              </a:rPr>
              <a:t>06</a:t>
            </a:r>
            <a:endParaRPr lang="en" sz="2800" b="1" cap="all" dirty="0">
              <a:ln w="3175" cmpd="sng">
                <a:noFill/>
              </a:ln>
              <a:solidFill>
                <a:schemeClr val="tx1"/>
              </a:solidFill>
              <a:latin typeface="Play" panose="020B0604020202020204" charset="0"/>
              <a:ea typeface="+mj-ea"/>
              <a:cs typeface="+mj-cs"/>
            </a:endParaRPr>
          </a:p>
        </p:txBody>
      </p:sp>
      <p:sp>
        <p:nvSpPr>
          <p:cNvPr id="16" name="Google Shape;858;p38"/>
          <p:cNvSpPr txBox="1">
            <a:spLocks noGrp="1"/>
          </p:cNvSpPr>
          <p:nvPr>
            <p:ph type="subTitle" idx="4294967295"/>
          </p:nvPr>
        </p:nvSpPr>
        <p:spPr>
          <a:xfrm>
            <a:off x="3848170" y="4551194"/>
            <a:ext cx="1447659" cy="4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spcAft>
                <a:spcPts val="0"/>
              </a:spcAft>
              <a:buSzPts val="1400"/>
              <a:buNone/>
            </a:pPr>
            <a:r>
              <a:rPr lang="en-US" sz="1400" b="1" dirty="0" smtClean="0">
                <a:latin typeface="Play" panose="020B0604020202020204" charset="0"/>
                <a:ea typeface="+mn-ea"/>
                <a:cs typeface="+mn-cs"/>
              </a:rPr>
              <a:t>Data Analysis</a:t>
            </a:r>
            <a:endParaRPr lang="en-US" sz="1400" b="1" dirty="0">
              <a:latin typeface="Play" panose="020B0604020202020204" charset="0"/>
              <a:ea typeface="+mn-ea"/>
              <a:cs typeface="+mn-cs"/>
            </a:endParaRPr>
          </a:p>
        </p:txBody>
      </p:sp>
      <p:sp>
        <p:nvSpPr>
          <p:cNvPr id="17" name="Google Shape;853;p38"/>
          <p:cNvSpPr txBox="1">
            <a:spLocks/>
          </p:cNvSpPr>
          <p:nvPr/>
        </p:nvSpPr>
        <p:spPr>
          <a:xfrm>
            <a:off x="4187376" y="3991780"/>
            <a:ext cx="769247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" sz="2800" b="1" cap="all" dirty="0" smtClean="0">
                <a:ln w="3175" cmpd="sng">
                  <a:noFill/>
                </a:ln>
                <a:solidFill>
                  <a:schemeClr val="tx1"/>
                </a:solidFill>
                <a:latin typeface="Play" panose="020B0604020202020204" charset="0"/>
                <a:ea typeface="+mj-ea"/>
                <a:cs typeface="+mj-cs"/>
              </a:rPr>
              <a:t>07</a:t>
            </a:r>
            <a:endParaRPr lang="en" sz="2800" b="1" cap="all" dirty="0">
              <a:ln w="3175" cmpd="sng">
                <a:noFill/>
              </a:ln>
              <a:solidFill>
                <a:schemeClr val="tx1"/>
              </a:solidFill>
              <a:latin typeface="Play" panose="020B060402020202020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74238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9"/>
          <p:cNvSpPr txBox="1">
            <a:spLocks noGrp="1"/>
          </p:cNvSpPr>
          <p:nvPr>
            <p:ph type="title"/>
          </p:nvPr>
        </p:nvSpPr>
        <p:spPr>
          <a:xfrm>
            <a:off x="2466245" y="1909492"/>
            <a:ext cx="5359317" cy="13086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600" b="1" dirty="0" smtClean="0">
                <a:latin typeface="Play" panose="020B0604020202020204" charset="0"/>
              </a:rPr>
              <a:t>Django Web App</a:t>
            </a:r>
            <a:endParaRPr sz="3600" b="1" dirty="0">
              <a:latin typeface="Play" panose="020B0604020202020204" charset="0"/>
            </a:endParaRPr>
          </a:p>
        </p:txBody>
      </p:sp>
      <p:sp>
        <p:nvSpPr>
          <p:cNvPr id="865" name="Google Shape;865;p39"/>
          <p:cNvSpPr txBox="1">
            <a:spLocks noGrp="1"/>
          </p:cNvSpPr>
          <p:nvPr>
            <p:ph type="title" idx="2"/>
          </p:nvPr>
        </p:nvSpPr>
        <p:spPr>
          <a:xfrm>
            <a:off x="718277" y="2142906"/>
            <a:ext cx="1135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Play" panose="020B0604020202020204" charset="0"/>
              </a:rPr>
              <a:t>01</a:t>
            </a:r>
            <a:endParaRPr b="1" dirty="0">
              <a:latin typeface="Play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007"/>
            <a:ext cx="9204456" cy="51775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314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05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dirty="0">
                <a:latin typeface="Play" panose="020B0604020202020204" charset="0"/>
              </a:rPr>
              <a:t>Django App Frontend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81" y="1188386"/>
            <a:ext cx="7109637" cy="353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15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9"/>
          <p:cNvSpPr txBox="1">
            <a:spLocks noGrp="1"/>
          </p:cNvSpPr>
          <p:nvPr>
            <p:ph type="title"/>
          </p:nvPr>
        </p:nvSpPr>
        <p:spPr>
          <a:xfrm>
            <a:off x="2466245" y="1909492"/>
            <a:ext cx="5359317" cy="13086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600" b="1" dirty="0" smtClean="0">
                <a:latin typeface="Play" panose="020B0604020202020204" charset="0"/>
              </a:rPr>
              <a:t>SQL Database</a:t>
            </a:r>
            <a:endParaRPr sz="3600" b="1" dirty="0">
              <a:latin typeface="Play" panose="020B0604020202020204" charset="0"/>
            </a:endParaRPr>
          </a:p>
        </p:txBody>
      </p:sp>
      <p:sp>
        <p:nvSpPr>
          <p:cNvPr id="865" name="Google Shape;865;p39"/>
          <p:cNvSpPr txBox="1">
            <a:spLocks noGrp="1"/>
          </p:cNvSpPr>
          <p:nvPr>
            <p:ph type="title" idx="2"/>
          </p:nvPr>
        </p:nvSpPr>
        <p:spPr>
          <a:xfrm>
            <a:off x="718277" y="2142906"/>
            <a:ext cx="1135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Play" panose="020B0604020202020204" charset="0"/>
              </a:rPr>
              <a:t>02</a:t>
            </a:r>
            <a:endParaRPr b="1" dirty="0">
              <a:latin typeface="Pla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21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b="1" dirty="0">
                <a:latin typeface="Play" panose="020B0604020202020204" charset="0"/>
              </a:rPr>
              <a:t>Database Schema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062" y="1109832"/>
            <a:ext cx="5265876" cy="37569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9"/>
          <p:cNvSpPr txBox="1">
            <a:spLocks noGrp="1"/>
          </p:cNvSpPr>
          <p:nvPr>
            <p:ph type="title"/>
          </p:nvPr>
        </p:nvSpPr>
        <p:spPr>
          <a:xfrm>
            <a:off x="2466245" y="1909492"/>
            <a:ext cx="6075243" cy="13086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600" b="1" dirty="0" smtClean="0">
                <a:latin typeface="Play" panose="020B0604020202020204" charset="0"/>
              </a:rPr>
              <a:t>Polpulated Database</a:t>
            </a:r>
            <a:endParaRPr sz="3600" b="1" dirty="0">
              <a:latin typeface="Play" panose="020B0604020202020204" charset="0"/>
            </a:endParaRPr>
          </a:p>
        </p:txBody>
      </p:sp>
      <p:sp>
        <p:nvSpPr>
          <p:cNvPr id="865" name="Google Shape;865;p39"/>
          <p:cNvSpPr txBox="1">
            <a:spLocks noGrp="1"/>
          </p:cNvSpPr>
          <p:nvPr>
            <p:ph type="title" idx="2"/>
          </p:nvPr>
        </p:nvSpPr>
        <p:spPr>
          <a:xfrm>
            <a:off x="718277" y="2142906"/>
            <a:ext cx="1135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Play" panose="020B0604020202020204" charset="0"/>
              </a:rPr>
              <a:t>03</a:t>
            </a:r>
            <a:endParaRPr b="1" dirty="0">
              <a:latin typeface="Pla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027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2800" b="1" dirty="0">
                <a:latin typeface="Play" panose="020B0604020202020204" charset="0"/>
              </a:rPr>
              <a:t>Database Tables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489" y="1211969"/>
            <a:ext cx="4023022" cy="361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15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4"/>
          <p:cNvSpPr txBox="1">
            <a:spLocks noGrp="1"/>
          </p:cNvSpPr>
          <p:nvPr>
            <p:ph type="title"/>
          </p:nvPr>
        </p:nvSpPr>
        <p:spPr>
          <a:xfrm>
            <a:off x="720000" y="2536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b="1" dirty="0">
                <a:latin typeface="Play" panose="020B0604020202020204" charset="0"/>
              </a:rPr>
              <a:t>Populated Tables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2990"/>
            <a:ext cx="9144000" cy="408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60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4"/>
          <p:cNvSpPr txBox="1">
            <a:spLocks noGrp="1"/>
          </p:cNvSpPr>
          <p:nvPr>
            <p:ph type="title"/>
          </p:nvPr>
        </p:nvSpPr>
        <p:spPr>
          <a:xfrm>
            <a:off x="720000" y="2536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2800" b="1" dirty="0">
                <a:latin typeface="Play" panose="020B0604020202020204" charset="0"/>
              </a:rPr>
              <a:t>Populated Tables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1597"/>
            <a:ext cx="9144000" cy="423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14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4"/>
          <p:cNvSpPr txBox="1">
            <a:spLocks noGrp="1"/>
          </p:cNvSpPr>
          <p:nvPr>
            <p:ph type="title"/>
          </p:nvPr>
        </p:nvSpPr>
        <p:spPr>
          <a:xfrm>
            <a:off x="720000" y="2536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b="1" dirty="0">
                <a:latin typeface="Play" panose="020B0604020202020204" charset="0"/>
              </a:rPr>
              <a:t>Populated Tables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1560"/>
            <a:ext cx="9144000" cy="409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87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4"/>
          <p:cNvSpPr txBox="1">
            <a:spLocks noGrp="1"/>
          </p:cNvSpPr>
          <p:nvPr>
            <p:ph type="title"/>
          </p:nvPr>
        </p:nvSpPr>
        <p:spPr>
          <a:xfrm>
            <a:off x="720000" y="2536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2800" b="1" dirty="0">
                <a:latin typeface="Play" panose="020B0604020202020204" charset="0"/>
              </a:rPr>
              <a:t>Populated Tables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2980"/>
            <a:ext cx="9144000" cy="416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595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4"/>
          <p:cNvSpPr txBox="1">
            <a:spLocks noGrp="1"/>
          </p:cNvSpPr>
          <p:nvPr>
            <p:ph type="title"/>
          </p:nvPr>
        </p:nvSpPr>
        <p:spPr>
          <a:xfrm>
            <a:off x="720000" y="25363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b="1" dirty="0">
                <a:latin typeface="Play" panose="020B0604020202020204" charset="0"/>
              </a:rPr>
              <a:t>Sales Analysis Query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4410"/>
            <a:ext cx="9144000" cy="414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47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9"/>
          <p:cNvSpPr txBox="1">
            <a:spLocks noGrp="1"/>
          </p:cNvSpPr>
          <p:nvPr>
            <p:ph type="title"/>
          </p:nvPr>
        </p:nvSpPr>
        <p:spPr>
          <a:xfrm>
            <a:off x="2466245" y="1909492"/>
            <a:ext cx="6075243" cy="13086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600" b="1" dirty="0" smtClean="0">
                <a:latin typeface="Play" panose="020B0604020202020204" charset="0"/>
              </a:rPr>
              <a:t>Azure Deployment</a:t>
            </a:r>
            <a:endParaRPr sz="3600" b="1" dirty="0">
              <a:latin typeface="Play" panose="020B0604020202020204" charset="0"/>
            </a:endParaRPr>
          </a:p>
        </p:txBody>
      </p:sp>
      <p:sp>
        <p:nvSpPr>
          <p:cNvPr id="865" name="Google Shape;865;p39"/>
          <p:cNvSpPr txBox="1">
            <a:spLocks noGrp="1"/>
          </p:cNvSpPr>
          <p:nvPr>
            <p:ph type="title" idx="2"/>
          </p:nvPr>
        </p:nvSpPr>
        <p:spPr>
          <a:xfrm>
            <a:off x="718277" y="2142906"/>
            <a:ext cx="1135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Play" panose="020B0604020202020204" charset="0"/>
              </a:rPr>
              <a:t>04</a:t>
            </a:r>
            <a:endParaRPr b="1" dirty="0">
              <a:latin typeface="Pla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52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7"/>
          <p:cNvSpPr txBox="1">
            <a:spLocks noGrp="1"/>
          </p:cNvSpPr>
          <p:nvPr>
            <p:ph type="title"/>
          </p:nvPr>
        </p:nvSpPr>
        <p:spPr>
          <a:xfrm>
            <a:off x="571058" y="202019"/>
            <a:ext cx="7598569" cy="1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buSzPts val="3000"/>
            </a:pPr>
            <a:r>
              <a:rPr lang="en" sz="2800" b="1" dirty="0">
                <a:latin typeface="Play" panose="020B0604020202020204" charset="0"/>
              </a:rPr>
              <a:t>Azure Resource Group Setup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42" y="1226756"/>
            <a:ext cx="6939517" cy="334618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7"/>
          <p:cNvSpPr txBox="1">
            <a:spLocks noGrp="1"/>
          </p:cNvSpPr>
          <p:nvPr>
            <p:ph type="title"/>
          </p:nvPr>
        </p:nvSpPr>
        <p:spPr>
          <a:xfrm>
            <a:off x="585234" y="216197"/>
            <a:ext cx="7598569" cy="1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spcBef>
                <a:spcPts val="0"/>
              </a:spcBef>
              <a:buSzPts val="3000"/>
            </a:pPr>
            <a:r>
              <a:rPr lang="en" sz="2800" b="1" dirty="0">
                <a:latin typeface="Play" panose="020B0604020202020204" charset="0"/>
              </a:rPr>
              <a:t>Azure Resource Group Setup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18" y="1172982"/>
            <a:ext cx="7361965" cy="343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37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9"/>
          <p:cNvSpPr txBox="1">
            <a:spLocks noGrp="1"/>
          </p:cNvSpPr>
          <p:nvPr>
            <p:ph type="title"/>
          </p:nvPr>
        </p:nvSpPr>
        <p:spPr>
          <a:xfrm>
            <a:off x="2466245" y="1909491"/>
            <a:ext cx="6075243" cy="13866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" sz="3600" b="1" dirty="0" smtClean="0">
                <a:latin typeface="Play" panose="020B0604020202020204" charset="0"/>
              </a:rPr>
              <a:t>Github Pipeline deployment</a:t>
            </a:r>
            <a:endParaRPr sz="3600" b="1" dirty="0">
              <a:latin typeface="Play" panose="020B0604020202020204" charset="0"/>
            </a:endParaRPr>
          </a:p>
        </p:txBody>
      </p:sp>
      <p:sp>
        <p:nvSpPr>
          <p:cNvPr id="865" name="Google Shape;865;p39"/>
          <p:cNvSpPr txBox="1">
            <a:spLocks noGrp="1"/>
          </p:cNvSpPr>
          <p:nvPr>
            <p:ph type="title" idx="2"/>
          </p:nvPr>
        </p:nvSpPr>
        <p:spPr>
          <a:xfrm>
            <a:off x="718277" y="2181891"/>
            <a:ext cx="1135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Play" panose="020B0604020202020204" charset="0"/>
              </a:rPr>
              <a:t>05</a:t>
            </a:r>
            <a:endParaRPr b="1" dirty="0">
              <a:latin typeface="Pla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771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3"/>
          <p:cNvSpPr txBox="1">
            <a:spLocks noGrp="1"/>
          </p:cNvSpPr>
          <p:nvPr>
            <p:ph type="title"/>
          </p:nvPr>
        </p:nvSpPr>
        <p:spPr>
          <a:xfrm>
            <a:off x="720000" y="28199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b="1" dirty="0">
                <a:latin typeface="Play" panose="020B0604020202020204" charset="0"/>
              </a:rPr>
              <a:t>Github Pipeline Deployment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182" y="1076095"/>
            <a:ext cx="6541636" cy="363374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b="1" dirty="0">
                <a:latin typeface="Play" panose="020B0604020202020204" charset="0"/>
              </a:rPr>
              <a:t>Github Pipeline Deployment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397" y="1250948"/>
            <a:ext cx="6611121" cy="344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62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9"/>
          <p:cNvSpPr txBox="1">
            <a:spLocks noGrp="1"/>
          </p:cNvSpPr>
          <p:nvPr>
            <p:ph type="title"/>
          </p:nvPr>
        </p:nvSpPr>
        <p:spPr>
          <a:xfrm>
            <a:off x="2466245" y="1909491"/>
            <a:ext cx="6075243" cy="13866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" sz="3600" b="1" dirty="0" smtClean="0">
                <a:latin typeface="Play" panose="020B0604020202020204" charset="0"/>
              </a:rPr>
              <a:t>Data Warehouse Pipeline</a:t>
            </a:r>
            <a:endParaRPr sz="3600" b="1" dirty="0">
              <a:latin typeface="Play" panose="020B0604020202020204" charset="0"/>
            </a:endParaRPr>
          </a:p>
        </p:txBody>
      </p:sp>
      <p:sp>
        <p:nvSpPr>
          <p:cNvPr id="865" name="Google Shape;865;p39"/>
          <p:cNvSpPr txBox="1">
            <a:spLocks noGrp="1"/>
          </p:cNvSpPr>
          <p:nvPr>
            <p:ph type="title" idx="2"/>
          </p:nvPr>
        </p:nvSpPr>
        <p:spPr>
          <a:xfrm>
            <a:off x="718277" y="2181891"/>
            <a:ext cx="1135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Play" panose="020B0604020202020204" charset="0"/>
              </a:rPr>
              <a:t>06</a:t>
            </a:r>
            <a:endParaRPr b="1" dirty="0">
              <a:latin typeface="Pla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95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3"/>
          <p:cNvSpPr txBox="1">
            <a:spLocks noGrp="1"/>
          </p:cNvSpPr>
          <p:nvPr>
            <p:ph type="title"/>
          </p:nvPr>
        </p:nvSpPr>
        <p:spPr>
          <a:xfrm>
            <a:off x="720000" y="28199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b="1" dirty="0" smtClean="0">
                <a:latin typeface="Play" panose="020B0604020202020204" charset="0"/>
              </a:rPr>
              <a:t>Data warehouse pipeline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839" y="854693"/>
            <a:ext cx="4926321" cy="411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18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3"/>
          <p:cNvSpPr txBox="1">
            <a:spLocks noGrp="1"/>
          </p:cNvSpPr>
          <p:nvPr>
            <p:ph type="title"/>
          </p:nvPr>
        </p:nvSpPr>
        <p:spPr>
          <a:xfrm>
            <a:off x="720000" y="28199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b="1" dirty="0">
                <a:latin typeface="Play" panose="020B0604020202020204" charset="0"/>
              </a:rPr>
              <a:t>Data warehouse pipeline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67" y="1014576"/>
            <a:ext cx="8555665" cy="386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909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3"/>
          <p:cNvSpPr txBox="1">
            <a:spLocks noGrp="1"/>
          </p:cNvSpPr>
          <p:nvPr>
            <p:ph type="title"/>
          </p:nvPr>
        </p:nvSpPr>
        <p:spPr>
          <a:xfrm>
            <a:off x="720000" y="28199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b="1" dirty="0">
                <a:latin typeface="Play" panose="020B0604020202020204" charset="0"/>
              </a:rPr>
              <a:t>Data warehouse pipeline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94"/>
          <a:stretch/>
        </p:blipFill>
        <p:spPr>
          <a:xfrm>
            <a:off x="595423" y="854693"/>
            <a:ext cx="7953153" cy="412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22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3"/>
          <p:cNvSpPr txBox="1">
            <a:spLocks noGrp="1"/>
          </p:cNvSpPr>
          <p:nvPr>
            <p:ph type="title"/>
          </p:nvPr>
        </p:nvSpPr>
        <p:spPr>
          <a:xfrm>
            <a:off x="720000" y="28199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b="1" dirty="0">
                <a:latin typeface="Play" panose="020B0604020202020204" charset="0"/>
              </a:rPr>
              <a:t>Data warehouse pipeline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8" y="996700"/>
            <a:ext cx="8982504" cy="355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293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3"/>
          <p:cNvSpPr txBox="1">
            <a:spLocks noGrp="1"/>
          </p:cNvSpPr>
          <p:nvPr>
            <p:ph type="title"/>
          </p:nvPr>
        </p:nvSpPr>
        <p:spPr>
          <a:xfrm>
            <a:off x="720000" y="28199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b="1" dirty="0">
                <a:latin typeface="Play" panose="020B0604020202020204" charset="0"/>
              </a:rPr>
              <a:t>Data warehouse pipeline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69" y="854693"/>
            <a:ext cx="8314661" cy="415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337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3"/>
          <p:cNvSpPr txBox="1">
            <a:spLocks noGrp="1"/>
          </p:cNvSpPr>
          <p:nvPr>
            <p:ph type="title"/>
          </p:nvPr>
        </p:nvSpPr>
        <p:spPr>
          <a:xfrm>
            <a:off x="720000" y="28199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b="1" dirty="0">
                <a:latin typeface="Play" panose="020B0604020202020204" charset="0"/>
              </a:rPr>
              <a:t>Data warehouse pipeline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6" y="854693"/>
            <a:ext cx="8442948" cy="365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580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3"/>
          <p:cNvSpPr txBox="1">
            <a:spLocks noGrp="1"/>
          </p:cNvSpPr>
          <p:nvPr>
            <p:ph type="title"/>
          </p:nvPr>
        </p:nvSpPr>
        <p:spPr>
          <a:xfrm>
            <a:off x="720000" y="28199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b="1" dirty="0" smtClean="0">
                <a:latin typeface="Play" panose="020B0604020202020204" charset="0"/>
              </a:rPr>
              <a:t>Result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5" y="1076127"/>
            <a:ext cx="8992870" cy="377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256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9"/>
          <p:cNvSpPr txBox="1">
            <a:spLocks noGrp="1"/>
          </p:cNvSpPr>
          <p:nvPr>
            <p:ph type="title"/>
          </p:nvPr>
        </p:nvSpPr>
        <p:spPr>
          <a:xfrm>
            <a:off x="2466245" y="1909491"/>
            <a:ext cx="6075243" cy="13866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" sz="3600" b="1" dirty="0" smtClean="0">
                <a:latin typeface="Play" panose="020B0604020202020204" charset="0"/>
              </a:rPr>
              <a:t>Data </a:t>
            </a:r>
            <a:r>
              <a:rPr lang="en" sz="3600" b="1" dirty="0" smtClean="0">
                <a:latin typeface="Play" panose="020B0604020202020204" charset="0"/>
              </a:rPr>
              <a:t>Analysis</a:t>
            </a:r>
            <a:endParaRPr sz="3600" b="1" dirty="0">
              <a:latin typeface="Play" panose="020B0604020202020204" charset="0"/>
            </a:endParaRPr>
          </a:p>
        </p:txBody>
      </p:sp>
      <p:sp>
        <p:nvSpPr>
          <p:cNvPr id="865" name="Google Shape;865;p39"/>
          <p:cNvSpPr txBox="1">
            <a:spLocks noGrp="1"/>
          </p:cNvSpPr>
          <p:nvPr>
            <p:ph type="title" idx="2"/>
          </p:nvPr>
        </p:nvSpPr>
        <p:spPr>
          <a:xfrm>
            <a:off x="718277" y="2181891"/>
            <a:ext cx="1135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Play" panose="020B0604020202020204" charset="0"/>
              </a:rPr>
              <a:t>07</a:t>
            </a:r>
            <a:endParaRPr b="1" dirty="0">
              <a:latin typeface="Pla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341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3"/>
          <p:cNvSpPr txBox="1">
            <a:spLocks noGrp="1"/>
          </p:cNvSpPr>
          <p:nvPr>
            <p:ph type="title"/>
          </p:nvPr>
        </p:nvSpPr>
        <p:spPr>
          <a:xfrm>
            <a:off x="720000" y="28199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b="1" dirty="0" smtClean="0">
                <a:latin typeface="Play" panose="020B0604020202020204" charset="0"/>
              </a:rPr>
              <a:t>Overview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036" y="1036929"/>
            <a:ext cx="6479927" cy="380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0303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3"/>
          <p:cNvSpPr txBox="1">
            <a:spLocks noGrp="1"/>
          </p:cNvSpPr>
          <p:nvPr>
            <p:ph type="title"/>
          </p:nvPr>
        </p:nvSpPr>
        <p:spPr>
          <a:xfrm>
            <a:off x="720000" y="28199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b="1" dirty="0" smtClean="0">
                <a:latin typeface="Play" panose="020B0604020202020204" charset="0"/>
              </a:rPr>
              <a:t>Customer Insights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42" y="854693"/>
            <a:ext cx="8463516" cy="417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961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3"/>
          <p:cNvSpPr txBox="1">
            <a:spLocks noGrp="1"/>
          </p:cNvSpPr>
          <p:nvPr>
            <p:ph type="title"/>
          </p:nvPr>
        </p:nvSpPr>
        <p:spPr>
          <a:xfrm>
            <a:off x="720000" y="28199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b="1" dirty="0" smtClean="0">
                <a:latin typeface="Play" panose="020B0604020202020204" charset="0"/>
              </a:rPr>
              <a:t>Product and Shipping Insights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16" y="854693"/>
            <a:ext cx="8371367" cy="413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2622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3"/>
          <p:cNvSpPr txBox="1">
            <a:spLocks noGrp="1"/>
          </p:cNvSpPr>
          <p:nvPr>
            <p:ph type="title"/>
          </p:nvPr>
        </p:nvSpPr>
        <p:spPr>
          <a:xfrm>
            <a:off x="720000" y="28199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b="1" dirty="0" smtClean="0">
                <a:latin typeface="Play" panose="020B0604020202020204" charset="0"/>
              </a:rPr>
              <a:t>Profitability Analysis</a:t>
            </a:r>
            <a:endParaRPr sz="2800" b="1" dirty="0">
              <a:latin typeface="Play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95" y="948970"/>
            <a:ext cx="8102009" cy="411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8944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353</Words>
  <Application>Microsoft Office PowerPoint</Application>
  <PresentationFormat>On-screen Show (16:9)</PresentationFormat>
  <Paragraphs>92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Nunito Light</vt:lpstr>
      <vt:lpstr>Calibri</vt:lpstr>
      <vt:lpstr>Calibri Light</vt:lpstr>
      <vt:lpstr>Anton</vt:lpstr>
      <vt:lpstr>Bebas Neue</vt:lpstr>
      <vt:lpstr>Source Sans Pro</vt:lpstr>
      <vt:lpstr>Wingdings</vt:lpstr>
      <vt:lpstr>Arial</vt:lpstr>
      <vt:lpstr>Play</vt:lpstr>
      <vt:lpstr>Celestial</vt:lpstr>
      <vt:lpstr>Retail Inventory Management and Forecasting</vt:lpstr>
      <vt:lpstr>Project Overview</vt:lpstr>
      <vt:lpstr>Project Overview</vt:lpstr>
      <vt:lpstr>Project Pipeline</vt:lpstr>
      <vt:lpstr>PowerPoint Presentation</vt:lpstr>
      <vt:lpstr>Software Requirements</vt:lpstr>
      <vt:lpstr>Project Development</vt:lpstr>
      <vt:lpstr>Django Web App</vt:lpstr>
      <vt:lpstr>PowerPoint Presentation</vt:lpstr>
      <vt:lpstr>PowerPoint Presentation</vt:lpstr>
      <vt:lpstr>PowerPoint Presentation</vt:lpstr>
      <vt:lpstr>Django App Frontend</vt:lpstr>
      <vt:lpstr>SQL Database</vt:lpstr>
      <vt:lpstr>Database Schema</vt:lpstr>
      <vt:lpstr>Polpulated Database</vt:lpstr>
      <vt:lpstr>Database Tables</vt:lpstr>
      <vt:lpstr>Populated Tables</vt:lpstr>
      <vt:lpstr>Populated Tables</vt:lpstr>
      <vt:lpstr>Populated Tables</vt:lpstr>
      <vt:lpstr>Populated Tables</vt:lpstr>
      <vt:lpstr>Sales Analysis Query</vt:lpstr>
      <vt:lpstr>Azure Deployment</vt:lpstr>
      <vt:lpstr>Azure Resource Group Setup</vt:lpstr>
      <vt:lpstr>Azure Resource Group Setup</vt:lpstr>
      <vt:lpstr>Github Pipeline deployment</vt:lpstr>
      <vt:lpstr>Github Pipeline Deployment</vt:lpstr>
      <vt:lpstr>Github Pipeline Deployment</vt:lpstr>
      <vt:lpstr>Data Warehouse Pipeline</vt:lpstr>
      <vt:lpstr>Data warehouse pipeline</vt:lpstr>
      <vt:lpstr>Data warehouse pipeline</vt:lpstr>
      <vt:lpstr>Data warehouse pipeline</vt:lpstr>
      <vt:lpstr>Data warehouse pipeline</vt:lpstr>
      <vt:lpstr>Data warehouse pipeline</vt:lpstr>
      <vt:lpstr>Data warehouse pipeline</vt:lpstr>
      <vt:lpstr>Result</vt:lpstr>
      <vt:lpstr>Data Analysis</vt:lpstr>
      <vt:lpstr>Overview</vt:lpstr>
      <vt:lpstr>Customer Insights</vt:lpstr>
      <vt:lpstr>Product and Shipping Insights</vt:lpstr>
      <vt:lpstr>Profitability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Inventory Management and Forecasting</dc:title>
  <cp:lastModifiedBy>shaimaa tarek</cp:lastModifiedBy>
  <cp:revision>17</cp:revision>
  <dcterms:modified xsi:type="dcterms:W3CDTF">2024-10-10T09:15:26Z</dcterms:modified>
</cp:coreProperties>
</file>